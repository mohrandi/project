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ags/tag4.xml" ContentType="application/vnd.openxmlformats-officedocument.presentationml.tags+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tags/tag5.xml" ContentType="application/vnd.openxmlformats-officedocument.presentationml.tags+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tags/tag6.xml" ContentType="application/vnd.openxmlformats-officedocument.presentationml.tags+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charts/chart11.xml" ContentType="application/vnd.openxmlformats-officedocument.drawingml.chart+xml"/>
  <Override PartName="/ppt/charts/style11.xml" ContentType="application/vnd.ms-office.chartstyle+xml"/>
  <Override PartName="/ppt/charts/colors11.xml" ContentType="application/vnd.ms-office.chartcolorstyle+xml"/>
  <Override PartName="/ppt/charts/chart12.xml" ContentType="application/vnd.openxmlformats-officedocument.drawingml.chart+xml"/>
  <Override PartName="/ppt/charts/style12.xml" ContentType="application/vnd.ms-office.chartstyle+xml"/>
  <Override PartName="/ppt/charts/colors12.xml" ContentType="application/vnd.ms-office.chartcolorstyl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2"/>
  </p:sldMasterIdLst>
  <p:sldIdLst>
    <p:sldId id="256" r:id="rId3"/>
    <p:sldId id="257" r:id="rId4"/>
    <p:sldId id="258" r:id="rId5"/>
    <p:sldId id="259" r:id="rId6"/>
    <p:sldId id="260" r:id="rId7"/>
    <p:sldId id="261" r:id="rId8"/>
    <p:sldId id="263" r:id="rId9"/>
    <p:sldId id="264" r:id="rId10"/>
  </p:sldIdLst>
  <p:sldSz cx="12192000" cy="6858000"/>
  <p:notesSz cx="6858000" cy="9144000"/>
  <p:custDataLst>
    <p:custData r:id="rId1"/>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C0BE85E-588D-44EB-87EE-C03A9E5FECA8}" v="1467" dt="2026-10-24T03:10:25.342"/>
    <p1510:client id="{EBB2E85D-0C78-49EB-B7BF-91EFF9D56114}" v="21" dt="2026-10-24T05:03:30.73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showGuides="1">
      <p:cViewPr varScale="1">
        <p:scale>
          <a:sx n="72" d="100"/>
          <a:sy n="72" d="100"/>
        </p:scale>
        <p:origin x="456" y="7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viewProps" Target="viewProps.xml"/><Relationship Id="rId2" Type="http://schemas.openxmlformats.org/officeDocument/2006/relationships/slideMaster" Target="slideMasters/slideMaster1.xml"/><Relationship Id="rId16"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4.xml"/><Relationship Id="rId11" Type="http://schemas.openxmlformats.org/officeDocument/2006/relationships/presProps" Target="presProps.xml"/><Relationship Id="rId5" Type="http://schemas.openxmlformats.org/officeDocument/2006/relationships/slide" Target="slides/slide3.xml"/><Relationship Id="rId15" Type="http://schemas.microsoft.com/office/2016/11/relationships/changesInfo" Target="changesInfos/changesInfo1.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rjis Irpan" userId="2d221691ae611ba1" providerId="LiveId" clId="{DC0BE85E-588D-44EB-87EE-C03A9E5FECA8}"/>
    <pc:docChg chg="undo custSel addSld delSld modSld">
      <pc:chgData name="Parjis Irpan" userId="2d221691ae611ba1" providerId="LiveId" clId="{DC0BE85E-588D-44EB-87EE-C03A9E5FECA8}" dt="2026-10-24T03:10:25.342" v="3950"/>
      <pc:docMkLst>
        <pc:docMk/>
      </pc:docMkLst>
      <pc:sldChg chg="modSp mod">
        <pc:chgData name="Parjis Irpan" userId="2d221691ae611ba1" providerId="LiveId" clId="{DC0BE85E-588D-44EB-87EE-C03A9E5FECA8}" dt="2026-10-24T03:10:25.342" v="3950"/>
        <pc:sldMkLst>
          <pc:docMk/>
          <pc:sldMk cId="1763705482" sldId="257"/>
        </pc:sldMkLst>
        <pc:spChg chg="mod">
          <ac:chgData name="Parjis Irpan" userId="2d221691ae611ba1" providerId="LiveId" clId="{DC0BE85E-588D-44EB-87EE-C03A9E5FECA8}" dt="2026-10-24T03:10:25.342" v="3950"/>
          <ac:spMkLst>
            <pc:docMk/>
            <pc:sldMk cId="1763705482" sldId="257"/>
            <ac:spMk id="5" creationId="{9FA02CC1-341F-476C-9A4A-4970AFE95C8B}"/>
          </ac:spMkLst>
        </pc:spChg>
      </pc:sldChg>
      <pc:sldChg chg="addSp delSp modSp mod">
        <pc:chgData name="Parjis Irpan" userId="2d221691ae611ba1" providerId="LiveId" clId="{DC0BE85E-588D-44EB-87EE-C03A9E5FECA8}" dt="2026-10-24T02:56:31.528" v="3880" actId="20577"/>
        <pc:sldMkLst>
          <pc:docMk/>
          <pc:sldMk cId="1105062801" sldId="258"/>
        </pc:sldMkLst>
        <pc:spChg chg="del topLvl">
          <ac:chgData name="Parjis Irpan" userId="2d221691ae611ba1" providerId="LiveId" clId="{DC0BE85E-588D-44EB-87EE-C03A9E5FECA8}" dt="2026-10-24T01:33:54.243" v="3040" actId="478"/>
          <ac:spMkLst>
            <pc:docMk/>
            <pc:sldMk cId="1105062801" sldId="258"/>
            <ac:spMk id="2" creationId="{F345A385-D144-4105-BE7F-92661297655F}"/>
          </ac:spMkLst>
        </pc:spChg>
        <pc:spChg chg="mod topLvl">
          <ac:chgData name="Parjis Irpan" userId="2d221691ae611ba1" providerId="LiveId" clId="{DC0BE85E-588D-44EB-87EE-C03A9E5FECA8}" dt="2026-10-24T01:43:41.587" v="3234" actId="1038"/>
          <ac:spMkLst>
            <pc:docMk/>
            <pc:sldMk cId="1105062801" sldId="258"/>
            <ac:spMk id="3" creationId="{B85BC24E-41E3-493B-8A6C-04EB74A57076}"/>
          </ac:spMkLst>
        </pc:spChg>
        <pc:spChg chg="mod">
          <ac:chgData name="Parjis Irpan" userId="2d221691ae611ba1" providerId="LiveId" clId="{DC0BE85E-588D-44EB-87EE-C03A9E5FECA8}" dt="2026-10-24T02:56:31.528" v="3880" actId="20577"/>
          <ac:spMkLst>
            <pc:docMk/>
            <pc:sldMk cId="1105062801" sldId="258"/>
            <ac:spMk id="10" creationId="{ABD61446-3E2E-4830-B8E8-D1A98B2297BB}"/>
          </ac:spMkLst>
        </pc:spChg>
        <pc:spChg chg="mod">
          <ac:chgData name="Parjis Irpan" userId="2d221691ae611ba1" providerId="LiveId" clId="{DC0BE85E-588D-44EB-87EE-C03A9E5FECA8}" dt="2026-10-23T13:45:30.409" v="2065" actId="1037"/>
          <ac:spMkLst>
            <pc:docMk/>
            <pc:sldMk cId="1105062801" sldId="258"/>
            <ac:spMk id="11" creationId="{E2CA0FF4-A1B7-4C21-8106-16753DC21848}"/>
          </ac:spMkLst>
        </pc:spChg>
        <pc:spChg chg="add mod">
          <ac:chgData name="Parjis Irpan" userId="2d221691ae611ba1" providerId="LiveId" clId="{DC0BE85E-588D-44EB-87EE-C03A9E5FECA8}" dt="2026-10-24T01:43:11.765" v="3217" actId="1036"/>
          <ac:spMkLst>
            <pc:docMk/>
            <pc:sldMk cId="1105062801" sldId="258"/>
            <ac:spMk id="12" creationId="{294AF1A6-04A7-4443-9784-8D624D742327}"/>
          </ac:spMkLst>
        </pc:spChg>
        <pc:grpChg chg="del">
          <ac:chgData name="Parjis Irpan" userId="2d221691ae611ba1" providerId="LiveId" clId="{DC0BE85E-588D-44EB-87EE-C03A9E5FECA8}" dt="2026-10-24T01:33:54.243" v="3040" actId="478"/>
          <ac:grpSpMkLst>
            <pc:docMk/>
            <pc:sldMk cId="1105062801" sldId="258"/>
            <ac:grpSpMk id="4" creationId="{BE4CEEB7-271C-4F36-B6B2-C7D16C35274F}"/>
          </ac:grpSpMkLst>
        </pc:grpChg>
        <pc:grpChg chg="del mod">
          <ac:chgData name="Parjis Irpan" userId="2d221691ae611ba1" providerId="LiveId" clId="{DC0BE85E-588D-44EB-87EE-C03A9E5FECA8}" dt="2026-10-24T01:41:57.815" v="3180" actId="478"/>
          <ac:grpSpMkLst>
            <pc:docMk/>
            <pc:sldMk cId="1105062801" sldId="258"/>
            <ac:grpSpMk id="6" creationId="{91172179-F416-4146-9430-FCF3A0AD519F}"/>
          </ac:grpSpMkLst>
        </pc:grpChg>
        <pc:graphicFrameChg chg="mod">
          <ac:chgData name="Parjis Irpan" userId="2d221691ae611ba1" providerId="LiveId" clId="{DC0BE85E-588D-44EB-87EE-C03A9E5FECA8}" dt="2026-10-24T01:41:21.260" v="3179" actId="1036"/>
          <ac:graphicFrameMkLst>
            <pc:docMk/>
            <pc:sldMk cId="1105062801" sldId="258"/>
            <ac:graphicFrameMk id="5" creationId="{A16CC233-2C85-436F-9F8A-36446A8A0CD2}"/>
          </ac:graphicFrameMkLst>
        </pc:graphicFrameChg>
      </pc:sldChg>
      <pc:sldChg chg="addSp delSp modSp mod">
        <pc:chgData name="Parjis Irpan" userId="2d221691ae611ba1" providerId="LiveId" clId="{DC0BE85E-588D-44EB-87EE-C03A9E5FECA8}" dt="2026-10-24T02:57:52.775" v="3884" actId="113"/>
        <pc:sldMkLst>
          <pc:docMk/>
          <pc:sldMk cId="3297468406" sldId="259"/>
        </pc:sldMkLst>
        <pc:spChg chg="del mod topLvl">
          <ac:chgData name="Parjis Irpan" userId="2d221691ae611ba1" providerId="LiveId" clId="{DC0BE85E-588D-44EB-87EE-C03A9E5FECA8}" dt="2026-10-24T01:46:45.087" v="3349" actId="478"/>
          <ac:spMkLst>
            <pc:docMk/>
            <pc:sldMk cId="3297468406" sldId="259"/>
            <ac:spMk id="3" creationId="{CA809537-46EE-4A70-91FC-DC842B837D29}"/>
          </ac:spMkLst>
        </pc:spChg>
        <pc:spChg chg="mod topLvl">
          <ac:chgData name="Parjis Irpan" userId="2d221691ae611ba1" providerId="LiveId" clId="{DC0BE85E-588D-44EB-87EE-C03A9E5FECA8}" dt="2026-10-24T02:20:03.547" v="3630"/>
          <ac:spMkLst>
            <pc:docMk/>
            <pc:sldMk cId="3297468406" sldId="259"/>
            <ac:spMk id="4" creationId="{F3E5FEA9-02B4-426E-A172-24B180CE8271}"/>
          </ac:spMkLst>
        </pc:spChg>
        <pc:spChg chg="add mod">
          <ac:chgData name="Parjis Irpan" userId="2d221691ae611ba1" providerId="LiveId" clId="{DC0BE85E-588D-44EB-87EE-C03A9E5FECA8}" dt="2026-10-24T02:28:13.655" v="3688" actId="1038"/>
          <ac:spMkLst>
            <pc:docMk/>
            <pc:sldMk cId="3297468406" sldId="259"/>
            <ac:spMk id="5" creationId="{E454CA4B-1BEC-493B-974F-5BF81C9145EE}"/>
          </ac:spMkLst>
        </pc:spChg>
        <pc:spChg chg="mod">
          <ac:chgData name="Parjis Irpan" userId="2d221691ae611ba1" providerId="LiveId" clId="{DC0BE85E-588D-44EB-87EE-C03A9E5FECA8}" dt="2026-10-24T02:26:56.317" v="3656" actId="1076"/>
          <ac:spMkLst>
            <pc:docMk/>
            <pc:sldMk cId="3297468406" sldId="259"/>
            <ac:spMk id="15" creationId="{EA14C619-1784-4F4E-8D87-B5185298BB99}"/>
          </ac:spMkLst>
        </pc:spChg>
        <pc:grpChg chg="del">
          <ac:chgData name="Parjis Irpan" userId="2d221691ae611ba1" providerId="LiveId" clId="{DC0BE85E-588D-44EB-87EE-C03A9E5FECA8}" dt="2026-10-24T01:46:45.087" v="3349" actId="478"/>
          <ac:grpSpMkLst>
            <pc:docMk/>
            <pc:sldMk cId="3297468406" sldId="259"/>
            <ac:grpSpMk id="2" creationId="{D2A75B72-2345-426C-9745-EE11E91D8AF0}"/>
          </ac:grpSpMkLst>
        </pc:grpChg>
        <pc:grpChg chg="add del mod">
          <ac:chgData name="Parjis Irpan" userId="2d221691ae611ba1" providerId="LiveId" clId="{DC0BE85E-588D-44EB-87EE-C03A9E5FECA8}" dt="2026-10-24T02:02:16.819" v="3602" actId="478"/>
          <ac:grpSpMkLst>
            <pc:docMk/>
            <pc:sldMk cId="3297468406" sldId="259"/>
            <ac:grpSpMk id="12" creationId="{E253BC1C-2B65-48F3-97B4-500708B63E7D}"/>
          </ac:grpSpMkLst>
        </pc:grpChg>
        <pc:graphicFrameChg chg="add mod">
          <ac:chgData name="Parjis Irpan" userId="2d221691ae611ba1" providerId="LiveId" clId="{DC0BE85E-588D-44EB-87EE-C03A9E5FECA8}" dt="2026-10-24T02:27:05.404" v="3657" actId="1076"/>
          <ac:graphicFrameMkLst>
            <pc:docMk/>
            <pc:sldMk cId="3297468406" sldId="259"/>
            <ac:graphicFrameMk id="9" creationId="{57C70C26-92BD-489B-8AC7-5EFF6F401BFF}"/>
          </ac:graphicFrameMkLst>
        </pc:graphicFrameChg>
        <pc:graphicFrameChg chg="add mod">
          <ac:chgData name="Parjis Irpan" userId="2d221691ae611ba1" providerId="LiveId" clId="{DC0BE85E-588D-44EB-87EE-C03A9E5FECA8}" dt="2026-10-24T02:57:47.404" v="3882" actId="113"/>
          <ac:graphicFrameMkLst>
            <pc:docMk/>
            <pc:sldMk cId="3297468406" sldId="259"/>
            <ac:graphicFrameMk id="10" creationId="{2F4E7CD3-C13C-469D-95A6-3DFC121EAC01}"/>
          </ac:graphicFrameMkLst>
        </pc:graphicFrameChg>
        <pc:graphicFrameChg chg="add mod">
          <ac:chgData name="Parjis Irpan" userId="2d221691ae611ba1" providerId="LiveId" clId="{DC0BE85E-588D-44EB-87EE-C03A9E5FECA8}" dt="2026-10-24T02:57:52.775" v="3884" actId="113"/>
          <ac:graphicFrameMkLst>
            <pc:docMk/>
            <pc:sldMk cId="3297468406" sldId="259"/>
            <ac:graphicFrameMk id="11" creationId="{12BDB07F-D903-4D46-AC9A-226F04B8BCBD}"/>
          </ac:graphicFrameMkLst>
        </pc:graphicFrameChg>
        <pc:graphicFrameChg chg="mod">
          <ac:chgData name="Parjis Irpan" userId="2d221691ae611ba1" providerId="LiveId" clId="{DC0BE85E-588D-44EB-87EE-C03A9E5FECA8}" dt="2026-10-24T01:51:45.899" v="3524" actId="20577"/>
          <ac:graphicFrameMkLst>
            <pc:docMk/>
            <pc:sldMk cId="3297468406" sldId="259"/>
            <ac:graphicFrameMk id="18" creationId="{35C3147D-5195-45E4-BA08-412BE8E8E33B}"/>
          </ac:graphicFrameMkLst>
        </pc:graphicFrameChg>
      </pc:sldChg>
      <pc:sldChg chg="delSp modSp mod">
        <pc:chgData name="Parjis Irpan" userId="2d221691ae611ba1" providerId="LiveId" clId="{DC0BE85E-588D-44EB-87EE-C03A9E5FECA8}" dt="2026-10-24T02:58:03.795" v="3886" actId="113"/>
        <pc:sldMkLst>
          <pc:docMk/>
          <pc:sldMk cId="3373692909" sldId="260"/>
        </pc:sldMkLst>
        <pc:spChg chg="del topLvl">
          <ac:chgData name="Parjis Irpan" userId="2d221691ae611ba1" providerId="LiveId" clId="{DC0BE85E-588D-44EB-87EE-C03A9E5FECA8}" dt="2026-10-23T14:32:33.774" v="2587" actId="478"/>
          <ac:spMkLst>
            <pc:docMk/>
            <pc:sldMk cId="3373692909" sldId="260"/>
            <ac:spMk id="3" creationId="{65C949C3-BD15-4D05-AEE4-1751FEBB4E33}"/>
          </ac:spMkLst>
        </pc:spChg>
        <pc:spChg chg="mod topLvl">
          <ac:chgData name="Parjis Irpan" userId="2d221691ae611ba1" providerId="LiveId" clId="{DC0BE85E-588D-44EB-87EE-C03A9E5FECA8}" dt="2026-10-24T01:10:58.042" v="2692" actId="255"/>
          <ac:spMkLst>
            <pc:docMk/>
            <pc:sldMk cId="3373692909" sldId="260"/>
            <ac:spMk id="4" creationId="{D16CBA80-A6CF-48C1-A0A9-D73F292B3C32}"/>
          </ac:spMkLst>
        </pc:spChg>
        <pc:spChg chg="del mod">
          <ac:chgData name="Parjis Irpan" userId="2d221691ae611ba1" providerId="LiveId" clId="{DC0BE85E-588D-44EB-87EE-C03A9E5FECA8}" dt="2026-10-24T01:15:09.849" v="2766" actId="478"/>
          <ac:spMkLst>
            <pc:docMk/>
            <pc:sldMk cId="3373692909" sldId="260"/>
            <ac:spMk id="11" creationId="{80DA4D6F-9113-4763-BCED-29254C5A3FA4}"/>
          </ac:spMkLst>
        </pc:spChg>
        <pc:spChg chg="mod topLvl">
          <ac:chgData name="Parjis Irpan" userId="2d221691ae611ba1" providerId="LiveId" clId="{DC0BE85E-588D-44EB-87EE-C03A9E5FECA8}" dt="2026-10-24T01:19:06.904" v="2819" actId="1035"/>
          <ac:spMkLst>
            <pc:docMk/>
            <pc:sldMk cId="3373692909" sldId="260"/>
            <ac:spMk id="12" creationId="{7279EF28-65C1-4836-AC55-10CAAAB133D7}"/>
          </ac:spMkLst>
        </pc:spChg>
        <pc:spChg chg="del">
          <ac:chgData name="Parjis Irpan" userId="2d221691ae611ba1" providerId="LiveId" clId="{DC0BE85E-588D-44EB-87EE-C03A9E5FECA8}" dt="2026-10-24T01:15:25.685" v="2768" actId="478"/>
          <ac:spMkLst>
            <pc:docMk/>
            <pc:sldMk cId="3373692909" sldId="260"/>
            <ac:spMk id="13" creationId="{D67E6E3C-412A-467B-AA4A-241E2B17C612}"/>
          </ac:spMkLst>
        </pc:spChg>
        <pc:spChg chg="mod">
          <ac:chgData name="Parjis Irpan" userId="2d221691ae611ba1" providerId="LiveId" clId="{DC0BE85E-588D-44EB-87EE-C03A9E5FECA8}" dt="2026-10-24T01:20:46.188" v="2838" actId="1036"/>
          <ac:spMkLst>
            <pc:docMk/>
            <pc:sldMk cId="3373692909" sldId="260"/>
            <ac:spMk id="15" creationId="{99CFB27B-7572-42FC-A5A2-9ADDD6122079}"/>
          </ac:spMkLst>
        </pc:spChg>
        <pc:grpChg chg="del">
          <ac:chgData name="Parjis Irpan" userId="2d221691ae611ba1" providerId="LiveId" clId="{DC0BE85E-588D-44EB-87EE-C03A9E5FECA8}" dt="2026-10-23T14:32:33.774" v="2587" actId="478"/>
          <ac:grpSpMkLst>
            <pc:docMk/>
            <pc:sldMk cId="3373692909" sldId="260"/>
            <ac:grpSpMk id="2" creationId="{91ECA0C1-56AC-4410-9666-C432888EB21C}"/>
          </ac:grpSpMkLst>
        </pc:grpChg>
        <pc:grpChg chg="mod">
          <ac:chgData name="Parjis Irpan" userId="2d221691ae611ba1" providerId="LiveId" clId="{DC0BE85E-588D-44EB-87EE-C03A9E5FECA8}" dt="2026-10-24T01:20:58.530" v="2854" actId="1037"/>
          <ac:grpSpMkLst>
            <pc:docMk/>
            <pc:sldMk cId="3373692909" sldId="260"/>
            <ac:grpSpMk id="7" creationId="{22D2D45C-27FF-4799-A412-77A4465B52D2}"/>
          </ac:grpSpMkLst>
        </pc:grpChg>
        <pc:grpChg chg="del mod">
          <ac:chgData name="Parjis Irpan" userId="2d221691ae611ba1" providerId="LiveId" clId="{DC0BE85E-588D-44EB-87EE-C03A9E5FECA8}" dt="2026-10-24T01:15:59.956" v="2772" actId="478"/>
          <ac:grpSpMkLst>
            <pc:docMk/>
            <pc:sldMk cId="3373692909" sldId="260"/>
            <ac:grpSpMk id="9" creationId="{96014CB5-718C-4809-9FEF-3D7BF9D297FA}"/>
          </ac:grpSpMkLst>
        </pc:grpChg>
        <pc:grpChg chg="del">
          <ac:chgData name="Parjis Irpan" userId="2d221691ae611ba1" providerId="LiveId" clId="{DC0BE85E-588D-44EB-87EE-C03A9E5FECA8}" dt="2026-10-24T01:15:25.685" v="2768" actId="478"/>
          <ac:grpSpMkLst>
            <pc:docMk/>
            <pc:sldMk cId="3373692909" sldId="260"/>
            <ac:grpSpMk id="10" creationId="{62B8107B-420E-4B7F-8D42-86E1B6A67877}"/>
          </ac:grpSpMkLst>
        </pc:grpChg>
        <pc:graphicFrameChg chg="mod">
          <ac:chgData name="Parjis Irpan" userId="2d221691ae611ba1" providerId="LiveId" clId="{DC0BE85E-588D-44EB-87EE-C03A9E5FECA8}" dt="2026-10-24T02:58:00.495" v="3885" actId="113"/>
          <ac:graphicFrameMkLst>
            <pc:docMk/>
            <pc:sldMk cId="3373692909" sldId="260"/>
            <ac:graphicFrameMk id="5" creationId="{DD400206-2572-4207-BD9A-3ED819B9D3A3}"/>
          </ac:graphicFrameMkLst>
        </pc:graphicFrameChg>
        <pc:graphicFrameChg chg="mod">
          <ac:chgData name="Parjis Irpan" userId="2d221691ae611ba1" providerId="LiveId" clId="{DC0BE85E-588D-44EB-87EE-C03A9E5FECA8}" dt="2026-10-24T02:58:03.795" v="3886" actId="113"/>
          <ac:graphicFrameMkLst>
            <pc:docMk/>
            <pc:sldMk cId="3373692909" sldId="260"/>
            <ac:graphicFrameMk id="6" creationId="{B5643226-1879-470C-98DC-25CA87CF0CB4}"/>
          </ac:graphicFrameMkLst>
        </pc:graphicFrameChg>
        <pc:cxnChg chg="del topLvl">
          <ac:chgData name="Parjis Irpan" userId="2d221691ae611ba1" providerId="LiveId" clId="{DC0BE85E-588D-44EB-87EE-C03A9E5FECA8}" dt="2026-10-24T01:15:59.956" v="2772" actId="478"/>
          <ac:cxnSpMkLst>
            <pc:docMk/>
            <pc:sldMk cId="3373692909" sldId="260"/>
            <ac:cxnSpMk id="14" creationId="{E1712000-FB22-4ADE-AEE2-4F545436F221}"/>
          </ac:cxnSpMkLst>
        </pc:cxnChg>
      </pc:sldChg>
      <pc:sldChg chg="addSp delSp modSp mod">
        <pc:chgData name="Parjis Irpan" userId="2d221691ae611ba1" providerId="LiveId" clId="{DC0BE85E-588D-44EB-87EE-C03A9E5FECA8}" dt="2026-10-24T01:29:18.607" v="2864" actId="20577"/>
        <pc:sldMkLst>
          <pc:docMk/>
          <pc:sldMk cId="2923647537" sldId="261"/>
        </pc:sldMkLst>
        <pc:spChg chg="del mod topLvl">
          <ac:chgData name="Parjis Irpan" userId="2d221691ae611ba1" providerId="LiveId" clId="{DC0BE85E-588D-44EB-87EE-C03A9E5FECA8}" dt="2026-10-23T14:20:50.358" v="2543" actId="478"/>
          <ac:spMkLst>
            <pc:docMk/>
            <pc:sldMk cId="2923647537" sldId="261"/>
            <ac:spMk id="3" creationId="{E029C67A-B893-4085-A4C3-C75EDA80B844}"/>
          </ac:spMkLst>
        </pc:spChg>
        <pc:spChg chg="mod topLvl">
          <ac:chgData name="Parjis Irpan" userId="2d221691ae611ba1" providerId="LiveId" clId="{DC0BE85E-588D-44EB-87EE-C03A9E5FECA8}" dt="2026-10-24T01:29:18.607" v="2864" actId="20577"/>
          <ac:spMkLst>
            <pc:docMk/>
            <pc:sldMk cId="2923647537" sldId="261"/>
            <ac:spMk id="4" creationId="{52448517-CDBF-49FA-A8F7-9313540000A8}"/>
          </ac:spMkLst>
        </pc:spChg>
        <pc:spChg chg="add mod">
          <ac:chgData name="Parjis Irpan" userId="2d221691ae611ba1" providerId="LiveId" clId="{DC0BE85E-588D-44EB-87EE-C03A9E5FECA8}" dt="2026-10-23T14:28:15.841" v="2577" actId="1076"/>
          <ac:spMkLst>
            <pc:docMk/>
            <pc:sldMk cId="2923647537" sldId="261"/>
            <ac:spMk id="8" creationId="{492FFC0C-B2DF-4109-AFE2-3100FF900142}"/>
          </ac:spMkLst>
        </pc:spChg>
        <pc:spChg chg="add del">
          <ac:chgData name="Parjis Irpan" userId="2d221691ae611ba1" providerId="LiveId" clId="{DC0BE85E-588D-44EB-87EE-C03A9E5FECA8}" dt="2026-10-23T14:25:49.875" v="2554"/>
          <ac:spMkLst>
            <pc:docMk/>
            <pc:sldMk cId="2923647537" sldId="261"/>
            <ac:spMk id="9" creationId="{E75750C1-F6C9-439A-B20A-39A52F8ECFAE}"/>
          </ac:spMkLst>
        </pc:spChg>
        <pc:spChg chg="add del">
          <ac:chgData name="Parjis Irpan" userId="2d221691ae611ba1" providerId="LiveId" clId="{DC0BE85E-588D-44EB-87EE-C03A9E5FECA8}" dt="2026-10-23T14:25:56.499" v="2557"/>
          <ac:spMkLst>
            <pc:docMk/>
            <pc:sldMk cId="2923647537" sldId="261"/>
            <ac:spMk id="10" creationId="{44F4F17B-4407-4FED-9F46-AEEC2A3DEB80}"/>
          </ac:spMkLst>
        </pc:spChg>
        <pc:spChg chg="add del">
          <ac:chgData name="Parjis Irpan" userId="2d221691ae611ba1" providerId="LiveId" clId="{DC0BE85E-588D-44EB-87EE-C03A9E5FECA8}" dt="2026-10-23T14:26:02.186" v="2559"/>
          <ac:spMkLst>
            <pc:docMk/>
            <pc:sldMk cId="2923647537" sldId="261"/>
            <ac:spMk id="11" creationId="{84F95886-E47E-4810-B668-91FA37CCF2F0}"/>
          </ac:spMkLst>
        </pc:spChg>
        <pc:grpChg chg="add del mod">
          <ac:chgData name="Parjis Irpan" userId="2d221691ae611ba1" providerId="LiveId" clId="{DC0BE85E-588D-44EB-87EE-C03A9E5FECA8}" dt="2026-10-23T14:20:50.358" v="2543" actId="478"/>
          <ac:grpSpMkLst>
            <pc:docMk/>
            <pc:sldMk cId="2923647537" sldId="261"/>
            <ac:grpSpMk id="2" creationId="{B1CB2EF9-A07A-4688-BEED-24101E6BE077}"/>
          </ac:grpSpMkLst>
        </pc:grpChg>
        <pc:grpChg chg="add del mod">
          <ac:chgData name="Parjis Irpan" userId="2d221691ae611ba1" providerId="LiveId" clId="{DC0BE85E-588D-44EB-87EE-C03A9E5FECA8}" dt="2026-10-23T14:21:59.488" v="2546" actId="165"/>
          <ac:grpSpMkLst>
            <pc:docMk/>
            <pc:sldMk cId="2923647537" sldId="261"/>
            <ac:grpSpMk id="7" creationId="{DAC62247-1BA7-45AE-916B-6902D3C525E9}"/>
          </ac:grpSpMkLst>
        </pc:grpChg>
        <pc:grpChg chg="add mod">
          <ac:chgData name="Parjis Irpan" userId="2d221691ae611ba1" providerId="LiveId" clId="{DC0BE85E-588D-44EB-87EE-C03A9E5FECA8}" dt="2026-10-23T14:28:32.002" v="2580" actId="14100"/>
          <ac:grpSpMkLst>
            <pc:docMk/>
            <pc:sldMk cId="2923647537" sldId="261"/>
            <ac:grpSpMk id="12" creationId="{144A0BDB-F4FD-4E93-98C6-1D5037BF6614}"/>
          </ac:grpSpMkLst>
        </pc:grpChg>
        <pc:graphicFrameChg chg="add mod topLvl">
          <ac:chgData name="Parjis Irpan" userId="2d221691ae611ba1" providerId="LiveId" clId="{DC0BE85E-588D-44EB-87EE-C03A9E5FECA8}" dt="2026-10-23T14:28:32.002" v="2580" actId="14100"/>
          <ac:graphicFrameMkLst>
            <pc:docMk/>
            <pc:sldMk cId="2923647537" sldId="261"/>
            <ac:graphicFrameMk id="5" creationId="{F89A978B-B8C0-4662-B045-A2C545789099}"/>
          </ac:graphicFrameMkLst>
        </pc:graphicFrameChg>
        <pc:graphicFrameChg chg="add mod topLvl">
          <ac:chgData name="Parjis Irpan" userId="2d221691ae611ba1" providerId="LiveId" clId="{DC0BE85E-588D-44EB-87EE-C03A9E5FECA8}" dt="2026-10-23T14:28:32.002" v="2580" actId="14100"/>
          <ac:graphicFrameMkLst>
            <pc:docMk/>
            <pc:sldMk cId="2923647537" sldId="261"/>
            <ac:graphicFrameMk id="6" creationId="{36605A40-19BE-47A4-B585-C931FA5C9CD6}"/>
          </ac:graphicFrameMkLst>
        </pc:graphicFrameChg>
      </pc:sldChg>
      <pc:sldChg chg="addSp delSp modSp del mod">
        <pc:chgData name="Parjis Irpan" userId="2d221691ae611ba1" providerId="LiveId" clId="{DC0BE85E-588D-44EB-87EE-C03A9E5FECA8}" dt="2026-10-24T02:28:27.764" v="3689" actId="2696"/>
        <pc:sldMkLst>
          <pc:docMk/>
          <pc:sldMk cId="2249950899" sldId="262"/>
        </pc:sldMkLst>
        <pc:spChg chg="mod">
          <ac:chgData name="Parjis Irpan" userId="2d221691ae611ba1" providerId="LiveId" clId="{DC0BE85E-588D-44EB-87EE-C03A9E5FECA8}" dt="2026-10-23T13:48:06.619" v="2098" actId="1035"/>
          <ac:spMkLst>
            <pc:docMk/>
            <pc:sldMk cId="2249950899" sldId="262"/>
            <ac:spMk id="4" creationId="{20F4767A-8E10-4404-A9D8-5F87E0D1C520}"/>
          </ac:spMkLst>
        </pc:spChg>
        <pc:spChg chg="mod">
          <ac:chgData name="Parjis Irpan" userId="2d221691ae611ba1" providerId="LiveId" clId="{DC0BE85E-588D-44EB-87EE-C03A9E5FECA8}" dt="2026-10-23T13:48:26.872" v="2132" actId="1037"/>
          <ac:spMkLst>
            <pc:docMk/>
            <pc:sldMk cId="2249950899" sldId="262"/>
            <ac:spMk id="5" creationId="{642F3609-0CF1-4710-B379-12809B68AD89}"/>
          </ac:spMkLst>
        </pc:spChg>
        <pc:spChg chg="mod">
          <ac:chgData name="Parjis Irpan" userId="2d221691ae611ba1" providerId="LiveId" clId="{DC0BE85E-588D-44EB-87EE-C03A9E5FECA8}" dt="2026-10-24T01:27:53.199" v="2861" actId="1076"/>
          <ac:spMkLst>
            <pc:docMk/>
            <pc:sldMk cId="2249950899" sldId="262"/>
            <ac:spMk id="9" creationId="{D86D2B98-20AE-4D60-A487-1E7ECCD92328}"/>
          </ac:spMkLst>
        </pc:spChg>
        <pc:spChg chg="add del mod">
          <ac:chgData name="Parjis Irpan" userId="2d221691ae611ba1" providerId="LiveId" clId="{DC0BE85E-588D-44EB-87EE-C03A9E5FECA8}" dt="2026-10-24T01:28:12.954" v="2863" actId="14100"/>
          <ac:spMkLst>
            <pc:docMk/>
            <pc:sldMk cId="2249950899" sldId="262"/>
            <ac:spMk id="14" creationId="{6C8A4469-5AA0-4F82-967B-A732E4756E3B}"/>
          </ac:spMkLst>
        </pc:spChg>
        <pc:spChg chg="add mod">
          <ac:chgData name="Parjis Irpan" userId="2d221691ae611ba1" providerId="LiveId" clId="{DC0BE85E-588D-44EB-87EE-C03A9E5FECA8}" dt="2026-10-24T01:28:10.124" v="2862" actId="14100"/>
          <ac:spMkLst>
            <pc:docMk/>
            <pc:sldMk cId="2249950899" sldId="262"/>
            <ac:spMk id="15" creationId="{DB2CDE90-52A8-4FAF-9B3D-AC4C010ABB6F}"/>
          </ac:spMkLst>
        </pc:spChg>
        <pc:spChg chg="add del mod">
          <ac:chgData name="Parjis Irpan" userId="2d221691ae611ba1" providerId="LiveId" clId="{DC0BE85E-588D-44EB-87EE-C03A9E5FECA8}" dt="2026-10-22T02:20:20.522" v="848" actId="478"/>
          <ac:spMkLst>
            <pc:docMk/>
            <pc:sldMk cId="2249950899" sldId="262"/>
            <ac:spMk id="19" creationId="{5C675307-25B3-4AC8-A6F3-6C00A99B3B71}"/>
          </ac:spMkLst>
        </pc:spChg>
        <pc:grpChg chg="del mod">
          <ac:chgData name="Parjis Irpan" userId="2d221691ae611ba1" providerId="LiveId" clId="{DC0BE85E-588D-44EB-87EE-C03A9E5FECA8}" dt="2026-10-24T01:27:12.396" v="2856" actId="478"/>
          <ac:grpSpMkLst>
            <pc:docMk/>
            <pc:sldMk cId="2249950899" sldId="262"/>
            <ac:grpSpMk id="2" creationId="{4E9C18CC-CC8B-471E-B171-9BD4852D02DB}"/>
          </ac:grpSpMkLst>
        </pc:grpChg>
        <pc:grpChg chg="add mod">
          <ac:chgData name="Parjis Irpan" userId="2d221691ae611ba1" providerId="LiveId" clId="{DC0BE85E-588D-44EB-87EE-C03A9E5FECA8}" dt="2026-10-22T02:06:13.308" v="497" actId="164"/>
          <ac:grpSpMkLst>
            <pc:docMk/>
            <pc:sldMk cId="2249950899" sldId="262"/>
            <ac:grpSpMk id="16" creationId="{604A443B-17FA-4D9A-BDB7-3A9624136F13}"/>
          </ac:grpSpMkLst>
        </pc:grpChg>
        <pc:graphicFrameChg chg="mod">
          <ac:chgData name="Parjis Irpan" userId="2d221691ae611ba1" providerId="LiveId" clId="{DC0BE85E-588D-44EB-87EE-C03A9E5FECA8}" dt="2026-10-24T01:28:12.954" v="2863" actId="14100"/>
          <ac:graphicFrameMkLst>
            <pc:docMk/>
            <pc:sldMk cId="2249950899" sldId="262"/>
            <ac:graphicFrameMk id="8" creationId="{057A831B-05D3-4354-80BA-AA22F134586D}"/>
          </ac:graphicFrameMkLst>
        </pc:graphicFrameChg>
        <pc:graphicFrameChg chg="del modGraphic">
          <ac:chgData name="Parjis Irpan" userId="2d221691ae611ba1" providerId="LiveId" clId="{DC0BE85E-588D-44EB-87EE-C03A9E5FECA8}" dt="2026-10-22T01:30:08.176" v="6" actId="478"/>
          <ac:graphicFrameMkLst>
            <pc:docMk/>
            <pc:sldMk cId="2249950899" sldId="262"/>
            <ac:graphicFrameMk id="10" creationId="{2FB9E86B-EF8F-4121-A67A-7199A08B22D3}"/>
          </ac:graphicFrameMkLst>
        </pc:graphicFrameChg>
        <pc:graphicFrameChg chg="del mod">
          <ac:chgData name="Parjis Irpan" userId="2d221691ae611ba1" providerId="LiveId" clId="{DC0BE85E-588D-44EB-87EE-C03A9E5FECA8}" dt="2026-10-22T01:32:11.688" v="11" actId="478"/>
          <ac:graphicFrameMkLst>
            <pc:docMk/>
            <pc:sldMk cId="2249950899" sldId="262"/>
            <ac:graphicFrameMk id="11" creationId="{55462C11-934B-4C8F-BBF7-93A29EDD51CF}"/>
          </ac:graphicFrameMkLst>
        </pc:graphicFrameChg>
        <pc:graphicFrameChg chg="del mod">
          <ac:chgData name="Parjis Irpan" userId="2d221691ae611ba1" providerId="LiveId" clId="{DC0BE85E-588D-44EB-87EE-C03A9E5FECA8}" dt="2026-10-22T01:36:59.715" v="18" actId="478"/>
          <ac:graphicFrameMkLst>
            <pc:docMk/>
            <pc:sldMk cId="2249950899" sldId="262"/>
            <ac:graphicFrameMk id="12" creationId="{4D3BF421-14BB-4C90-9B30-25313A688AC8}"/>
          </ac:graphicFrameMkLst>
        </pc:graphicFrameChg>
        <pc:graphicFrameChg chg="add del mod modGraphic">
          <ac:chgData name="Parjis Irpan" userId="2d221691ae611ba1" providerId="LiveId" clId="{DC0BE85E-588D-44EB-87EE-C03A9E5FECA8}" dt="2026-10-24T01:28:12.954" v="2863" actId="14100"/>
          <ac:graphicFrameMkLst>
            <pc:docMk/>
            <pc:sldMk cId="2249950899" sldId="262"/>
            <ac:graphicFrameMk id="13" creationId="{E0067AB5-24BF-4F8A-BC8A-B1E5B0E7CD7C}"/>
          </ac:graphicFrameMkLst>
        </pc:graphicFrameChg>
        <pc:picChg chg="add del">
          <ac:chgData name="Parjis Irpan" userId="2d221691ae611ba1" providerId="LiveId" clId="{DC0BE85E-588D-44EB-87EE-C03A9E5FECA8}" dt="2026-10-22T02:18:46.126" v="803" actId="22"/>
          <ac:picMkLst>
            <pc:docMk/>
            <pc:sldMk cId="2249950899" sldId="262"/>
            <ac:picMk id="18" creationId="{128979CD-E92E-49A0-A3CA-F19D07EBAC71}"/>
          </ac:picMkLst>
        </pc:picChg>
      </pc:sldChg>
      <pc:sldChg chg="addSp delSp modSp new mod">
        <pc:chgData name="Parjis Irpan" userId="2d221691ae611ba1" providerId="LiveId" clId="{DC0BE85E-588D-44EB-87EE-C03A9E5FECA8}" dt="2026-10-24T02:58:18.692" v="3888" actId="113"/>
        <pc:sldMkLst>
          <pc:docMk/>
          <pc:sldMk cId="4072124773" sldId="263"/>
        </pc:sldMkLst>
        <pc:spChg chg="del mod topLvl">
          <ac:chgData name="Parjis Irpan" userId="2d221691ae611ba1" providerId="LiveId" clId="{DC0BE85E-588D-44EB-87EE-C03A9E5FECA8}" dt="2026-10-23T14:02:42.975" v="2228" actId="478"/>
          <ac:spMkLst>
            <pc:docMk/>
            <pc:sldMk cId="4072124773" sldId="263"/>
            <ac:spMk id="3" creationId="{DCBDB640-E9BA-42C3-8910-30D0F8A33C62}"/>
          </ac:spMkLst>
        </pc:spChg>
        <pc:spChg chg="mod topLvl">
          <ac:chgData name="Parjis Irpan" userId="2d221691ae611ba1" providerId="LiveId" clId="{DC0BE85E-588D-44EB-87EE-C03A9E5FECA8}" dt="2026-10-23T14:06:48.526" v="2379" actId="20577"/>
          <ac:spMkLst>
            <pc:docMk/>
            <pc:sldMk cId="4072124773" sldId="263"/>
            <ac:spMk id="4" creationId="{1A2E9154-50A5-4597-A95C-A94DEA5D9CCD}"/>
          </ac:spMkLst>
        </pc:spChg>
        <pc:spChg chg="add mod topLvl">
          <ac:chgData name="Parjis Irpan" userId="2d221691ae611ba1" providerId="LiveId" clId="{DC0BE85E-588D-44EB-87EE-C03A9E5FECA8}" dt="2026-10-23T14:01:03.868" v="2202" actId="164"/>
          <ac:spMkLst>
            <pc:docMk/>
            <pc:sldMk cId="4072124773" sldId="263"/>
            <ac:spMk id="8" creationId="{B6E10FE4-2BE4-48A6-AEE1-63CC8F616989}"/>
          </ac:spMkLst>
        </pc:spChg>
        <pc:spChg chg="del mod">
          <ac:chgData name="Parjis Irpan" userId="2d221691ae611ba1" providerId="LiveId" clId="{DC0BE85E-588D-44EB-87EE-C03A9E5FECA8}" dt="2026-10-23T14:16:21.319" v="2434" actId="478"/>
          <ac:spMkLst>
            <pc:docMk/>
            <pc:sldMk cId="4072124773" sldId="263"/>
            <ac:spMk id="11" creationId="{29F73D49-37E2-4B48-8CCE-ED08B93A2B73}"/>
          </ac:spMkLst>
        </pc:spChg>
        <pc:spChg chg="mod topLvl">
          <ac:chgData name="Parjis Irpan" userId="2d221691ae611ba1" providerId="LiveId" clId="{DC0BE85E-588D-44EB-87EE-C03A9E5FECA8}" dt="2026-10-23T14:17:34.342" v="2459" actId="1076"/>
          <ac:spMkLst>
            <pc:docMk/>
            <pc:sldMk cId="4072124773" sldId="263"/>
            <ac:spMk id="12" creationId="{6EC1A76C-3F8D-486A-A4BA-7DC869FCFDF8}"/>
          </ac:spMkLst>
        </pc:spChg>
        <pc:spChg chg="del mod">
          <ac:chgData name="Parjis Irpan" userId="2d221691ae611ba1" providerId="LiveId" clId="{DC0BE85E-588D-44EB-87EE-C03A9E5FECA8}" dt="2026-10-23T14:16:36.863" v="2436" actId="478"/>
          <ac:spMkLst>
            <pc:docMk/>
            <pc:sldMk cId="4072124773" sldId="263"/>
            <ac:spMk id="13" creationId="{1EB06012-2F98-4217-8EB0-2BE2F45D6065}"/>
          </ac:spMkLst>
        </pc:spChg>
        <pc:spChg chg="mod">
          <ac:chgData name="Parjis Irpan" userId="2d221691ae611ba1" providerId="LiveId" clId="{DC0BE85E-588D-44EB-87EE-C03A9E5FECA8}" dt="2026-10-23T13:22:41.092" v="1849"/>
          <ac:spMkLst>
            <pc:docMk/>
            <pc:sldMk cId="4072124773" sldId="263"/>
            <ac:spMk id="17" creationId="{F5FEEA38-8E29-4F49-B003-3749EC2A7719}"/>
          </ac:spMkLst>
        </pc:spChg>
        <pc:spChg chg="mod">
          <ac:chgData name="Parjis Irpan" userId="2d221691ae611ba1" providerId="LiveId" clId="{DC0BE85E-588D-44EB-87EE-C03A9E5FECA8}" dt="2026-10-23T13:22:41.092" v="1849"/>
          <ac:spMkLst>
            <pc:docMk/>
            <pc:sldMk cId="4072124773" sldId="263"/>
            <ac:spMk id="18" creationId="{F9915AE8-E091-478A-82FA-59CB9F85A4EC}"/>
          </ac:spMkLst>
        </pc:spChg>
        <pc:spChg chg="mod">
          <ac:chgData name="Parjis Irpan" userId="2d221691ae611ba1" providerId="LiveId" clId="{DC0BE85E-588D-44EB-87EE-C03A9E5FECA8}" dt="2026-10-23T13:22:41.092" v="1849"/>
          <ac:spMkLst>
            <pc:docMk/>
            <pc:sldMk cId="4072124773" sldId="263"/>
            <ac:spMk id="19" creationId="{0CFB65F0-CBB0-4816-BAE9-5C732306EBD6}"/>
          </ac:spMkLst>
        </pc:spChg>
        <pc:spChg chg="add mod">
          <ac:chgData name="Parjis Irpan" userId="2d221691ae611ba1" providerId="LiveId" clId="{DC0BE85E-588D-44EB-87EE-C03A9E5FECA8}" dt="2026-10-24T01:04:34.558" v="2655" actId="20577"/>
          <ac:spMkLst>
            <pc:docMk/>
            <pc:sldMk cId="4072124773" sldId="263"/>
            <ac:spMk id="22" creationId="{0BFD382A-B265-469F-A3CF-FCA2E70E3322}"/>
          </ac:spMkLst>
        </pc:spChg>
        <pc:grpChg chg="add del mod">
          <ac:chgData name="Parjis Irpan" userId="2d221691ae611ba1" providerId="LiveId" clId="{DC0BE85E-588D-44EB-87EE-C03A9E5FECA8}" dt="2026-10-23T14:02:42.975" v="2228" actId="478"/>
          <ac:grpSpMkLst>
            <pc:docMk/>
            <pc:sldMk cId="4072124773" sldId="263"/>
            <ac:grpSpMk id="2" creationId="{CED77B28-E843-492A-8975-326D7EB2F6BA}"/>
          </ac:grpSpMkLst>
        </pc:grpChg>
        <pc:grpChg chg="add del mod">
          <ac:chgData name="Parjis Irpan" userId="2d221691ae611ba1" providerId="LiveId" clId="{DC0BE85E-588D-44EB-87EE-C03A9E5FECA8}" dt="2026-10-23T13:39:08.059" v="1993" actId="165"/>
          <ac:grpSpMkLst>
            <pc:docMk/>
            <pc:sldMk cId="4072124773" sldId="263"/>
            <ac:grpSpMk id="7" creationId="{9FF31B2A-681D-46D3-9E88-A4E6B445B6AC}"/>
          </ac:grpSpMkLst>
        </pc:grpChg>
        <pc:grpChg chg="add del mod topLvl">
          <ac:chgData name="Parjis Irpan" userId="2d221691ae611ba1" providerId="LiveId" clId="{DC0BE85E-588D-44EB-87EE-C03A9E5FECA8}" dt="2026-10-23T14:16:43.569" v="2437" actId="478"/>
          <ac:grpSpMkLst>
            <pc:docMk/>
            <pc:sldMk cId="4072124773" sldId="263"/>
            <ac:grpSpMk id="9" creationId="{6454A1AA-6022-431D-9C5E-1CC96DD90A8F}"/>
          </ac:grpSpMkLst>
        </pc:grpChg>
        <pc:grpChg chg="del mod">
          <ac:chgData name="Parjis Irpan" userId="2d221691ae611ba1" providerId="LiveId" clId="{DC0BE85E-588D-44EB-87EE-C03A9E5FECA8}" dt="2026-10-23T14:16:36.863" v="2436" actId="478"/>
          <ac:grpSpMkLst>
            <pc:docMk/>
            <pc:sldMk cId="4072124773" sldId="263"/>
            <ac:grpSpMk id="10" creationId="{8312A93A-BADF-48E5-8145-E4ECAB19C055}"/>
          </ac:grpSpMkLst>
        </pc:grpChg>
        <pc:grpChg chg="add del mod">
          <ac:chgData name="Parjis Irpan" userId="2d221691ae611ba1" providerId="LiveId" clId="{DC0BE85E-588D-44EB-87EE-C03A9E5FECA8}" dt="2026-10-23T13:22:43.249" v="1850"/>
          <ac:grpSpMkLst>
            <pc:docMk/>
            <pc:sldMk cId="4072124773" sldId="263"/>
            <ac:grpSpMk id="15" creationId="{BDF17C5C-A53D-477A-8C9F-3229ECBB79F2}"/>
          </ac:grpSpMkLst>
        </pc:grpChg>
        <pc:grpChg chg="mod">
          <ac:chgData name="Parjis Irpan" userId="2d221691ae611ba1" providerId="LiveId" clId="{DC0BE85E-588D-44EB-87EE-C03A9E5FECA8}" dt="2026-10-23T13:22:41.092" v="1849"/>
          <ac:grpSpMkLst>
            <pc:docMk/>
            <pc:sldMk cId="4072124773" sldId="263"/>
            <ac:grpSpMk id="16" creationId="{452A7768-87D4-46CC-8598-FCCF61287197}"/>
          </ac:grpSpMkLst>
        </pc:grpChg>
        <pc:grpChg chg="add del mod">
          <ac:chgData name="Parjis Irpan" userId="2d221691ae611ba1" providerId="LiveId" clId="{DC0BE85E-588D-44EB-87EE-C03A9E5FECA8}" dt="2026-10-23T13:37:58.924" v="1963" actId="165"/>
          <ac:grpSpMkLst>
            <pc:docMk/>
            <pc:sldMk cId="4072124773" sldId="263"/>
            <ac:grpSpMk id="21" creationId="{C82D9463-ABD8-416A-B426-1919BCB25668}"/>
          </ac:grpSpMkLst>
        </pc:grpChg>
        <pc:grpChg chg="add mod">
          <ac:chgData name="Parjis Irpan" userId="2d221691ae611ba1" providerId="LiveId" clId="{DC0BE85E-588D-44EB-87EE-C03A9E5FECA8}" dt="2026-10-23T14:05:13.743" v="2376" actId="1076"/>
          <ac:grpSpMkLst>
            <pc:docMk/>
            <pc:sldMk cId="4072124773" sldId="263"/>
            <ac:grpSpMk id="23" creationId="{87A66224-14E0-4027-857B-B12AFB80C61E}"/>
          </ac:grpSpMkLst>
        </pc:grpChg>
        <pc:grpChg chg="add mod">
          <ac:chgData name="Parjis Irpan" userId="2d221691ae611ba1" providerId="LiveId" clId="{DC0BE85E-588D-44EB-87EE-C03A9E5FECA8}" dt="2026-10-23T14:05:13.743" v="2376" actId="1076"/>
          <ac:grpSpMkLst>
            <pc:docMk/>
            <pc:sldMk cId="4072124773" sldId="263"/>
            <ac:grpSpMk id="24" creationId="{1BF7906F-094C-4485-B3C9-13A88AC957BC}"/>
          </ac:grpSpMkLst>
        </pc:grpChg>
        <pc:graphicFrameChg chg="add mod topLvl">
          <ac:chgData name="Parjis Irpan" userId="2d221691ae611ba1" providerId="LiveId" clId="{DC0BE85E-588D-44EB-87EE-C03A9E5FECA8}" dt="2026-10-24T02:58:15.710" v="3887" actId="113"/>
          <ac:graphicFrameMkLst>
            <pc:docMk/>
            <pc:sldMk cId="4072124773" sldId="263"/>
            <ac:graphicFrameMk id="5" creationId="{616BC951-3137-4B00-970E-3DE50E8AEE66}"/>
          </ac:graphicFrameMkLst>
        </pc:graphicFrameChg>
        <pc:graphicFrameChg chg="add mod topLvl">
          <ac:chgData name="Parjis Irpan" userId="2d221691ae611ba1" providerId="LiveId" clId="{DC0BE85E-588D-44EB-87EE-C03A9E5FECA8}" dt="2026-10-24T02:58:18.692" v="3888" actId="113"/>
          <ac:graphicFrameMkLst>
            <pc:docMk/>
            <pc:sldMk cId="4072124773" sldId="263"/>
            <ac:graphicFrameMk id="6" creationId="{7B345ACA-A731-4E18-9969-DFC71069E552}"/>
          </ac:graphicFrameMkLst>
        </pc:graphicFrameChg>
        <pc:cxnChg chg="del mod topLvl">
          <ac:chgData name="Parjis Irpan" userId="2d221691ae611ba1" providerId="LiveId" clId="{DC0BE85E-588D-44EB-87EE-C03A9E5FECA8}" dt="2026-10-23T14:16:43.569" v="2437" actId="478"/>
          <ac:cxnSpMkLst>
            <pc:docMk/>
            <pc:sldMk cId="4072124773" sldId="263"/>
            <ac:cxnSpMk id="14" creationId="{7B5F2CB1-770D-4654-90A2-B57FECCDFABB}"/>
          </ac:cxnSpMkLst>
        </pc:cxnChg>
        <pc:cxnChg chg="mod">
          <ac:chgData name="Parjis Irpan" userId="2d221691ae611ba1" providerId="LiveId" clId="{DC0BE85E-588D-44EB-87EE-C03A9E5FECA8}" dt="2026-10-23T13:22:41.092" v="1849"/>
          <ac:cxnSpMkLst>
            <pc:docMk/>
            <pc:sldMk cId="4072124773" sldId="263"/>
            <ac:cxnSpMk id="20" creationId="{6D55D40E-0DC1-46F0-AC38-488BF3108C6B}"/>
          </ac:cxnSpMkLst>
        </pc:cxnChg>
      </pc:sldChg>
      <pc:sldChg chg="addSp delSp modSp new mod">
        <pc:chgData name="Parjis Irpan" userId="2d221691ae611ba1" providerId="LiveId" clId="{DC0BE85E-588D-44EB-87EE-C03A9E5FECA8}" dt="2026-10-24T02:58:28.156" v="3890" actId="113"/>
        <pc:sldMkLst>
          <pc:docMk/>
          <pc:sldMk cId="1245406935" sldId="264"/>
        </pc:sldMkLst>
        <pc:spChg chg="del mod topLvl">
          <ac:chgData name="Parjis Irpan" userId="2d221691ae611ba1" providerId="LiveId" clId="{DC0BE85E-588D-44EB-87EE-C03A9E5FECA8}" dt="2026-10-24T02:38:29.141" v="3796" actId="478"/>
          <ac:spMkLst>
            <pc:docMk/>
            <pc:sldMk cId="1245406935" sldId="264"/>
            <ac:spMk id="3" creationId="{10301002-4BCA-45FD-A2C8-E0EF0A2A0B3C}"/>
          </ac:spMkLst>
        </pc:spChg>
        <pc:spChg chg="mod topLvl">
          <ac:chgData name="Parjis Irpan" userId="2d221691ae611ba1" providerId="LiveId" clId="{DC0BE85E-588D-44EB-87EE-C03A9E5FECA8}" dt="2026-10-24T02:38:40.103" v="3797" actId="1076"/>
          <ac:spMkLst>
            <pc:docMk/>
            <pc:sldMk cId="1245406935" sldId="264"/>
            <ac:spMk id="4" creationId="{A18D18EA-6202-4FEF-BFF8-CE977E0F561F}"/>
          </ac:spMkLst>
        </pc:spChg>
        <pc:spChg chg="add mod">
          <ac:chgData name="Parjis Irpan" userId="2d221691ae611ba1" providerId="LiveId" clId="{DC0BE85E-588D-44EB-87EE-C03A9E5FECA8}" dt="2026-10-24T02:55:43.603" v="3874" actId="1076"/>
          <ac:spMkLst>
            <pc:docMk/>
            <pc:sldMk cId="1245406935" sldId="264"/>
            <ac:spMk id="9" creationId="{1F903771-454B-48BC-A6C7-F0897EC1929F}"/>
          </ac:spMkLst>
        </pc:spChg>
        <pc:grpChg chg="add del mod">
          <ac:chgData name="Parjis Irpan" userId="2d221691ae611ba1" providerId="LiveId" clId="{DC0BE85E-588D-44EB-87EE-C03A9E5FECA8}" dt="2026-10-24T02:38:29.141" v="3796" actId="478"/>
          <ac:grpSpMkLst>
            <pc:docMk/>
            <pc:sldMk cId="1245406935" sldId="264"/>
            <ac:grpSpMk id="2" creationId="{FE5B972A-F254-4448-8D14-38141B9CA95A}"/>
          </ac:grpSpMkLst>
        </pc:grpChg>
        <pc:graphicFrameChg chg="add del mod modGraphic">
          <ac:chgData name="Parjis Irpan" userId="2d221691ae611ba1" providerId="LiveId" clId="{DC0BE85E-588D-44EB-87EE-C03A9E5FECA8}" dt="2026-10-24T02:35:11.021" v="3690" actId="478"/>
          <ac:graphicFrameMkLst>
            <pc:docMk/>
            <pc:sldMk cId="1245406935" sldId="264"/>
            <ac:graphicFrameMk id="5" creationId="{F37F24EC-3D7D-4D77-BF10-44CFF89CD7B0}"/>
          </ac:graphicFrameMkLst>
        </pc:graphicFrameChg>
        <pc:graphicFrameChg chg="add del mod modGraphic">
          <ac:chgData name="Parjis Irpan" userId="2d221691ae611ba1" providerId="LiveId" clId="{DC0BE85E-588D-44EB-87EE-C03A9E5FECA8}" dt="2026-10-24T02:39:12.928" v="3801" actId="478"/>
          <ac:graphicFrameMkLst>
            <pc:docMk/>
            <pc:sldMk cId="1245406935" sldId="264"/>
            <ac:graphicFrameMk id="6" creationId="{9F3B0E8C-EFAD-4931-A561-EC797B65F298}"/>
          </ac:graphicFrameMkLst>
        </pc:graphicFrameChg>
        <pc:graphicFrameChg chg="add mod">
          <ac:chgData name="Parjis Irpan" userId="2d221691ae611ba1" providerId="LiveId" clId="{DC0BE85E-588D-44EB-87EE-C03A9E5FECA8}" dt="2026-10-24T02:58:24.840" v="3889" actId="113"/>
          <ac:graphicFrameMkLst>
            <pc:docMk/>
            <pc:sldMk cId="1245406935" sldId="264"/>
            <ac:graphicFrameMk id="7" creationId="{96DBD454-E7E6-457F-B3F6-745A9E136672}"/>
          </ac:graphicFrameMkLst>
        </pc:graphicFrameChg>
        <pc:graphicFrameChg chg="add mod">
          <ac:chgData name="Parjis Irpan" userId="2d221691ae611ba1" providerId="LiveId" clId="{DC0BE85E-588D-44EB-87EE-C03A9E5FECA8}" dt="2026-10-24T02:58:28.156" v="3890" actId="113"/>
          <ac:graphicFrameMkLst>
            <pc:docMk/>
            <pc:sldMk cId="1245406935" sldId="264"/>
            <ac:graphicFrameMk id="8" creationId="{35516B2A-7EBB-4A1D-9C9A-B855A8FABD16}"/>
          </ac:graphicFrameMkLst>
        </pc:graphicFrameChg>
      </pc:sldChg>
      <pc:sldChg chg="addSp delSp modSp new del mod">
        <pc:chgData name="Parjis Irpan" userId="2d221691ae611ba1" providerId="LiveId" clId="{DC0BE85E-588D-44EB-87EE-C03A9E5FECA8}" dt="2026-10-24T02:55:51.827" v="3875" actId="2696"/>
        <pc:sldMkLst>
          <pc:docMk/>
          <pc:sldMk cId="2110115665" sldId="265"/>
        </pc:sldMkLst>
        <pc:grpChg chg="add del mod">
          <ac:chgData name="Parjis Irpan" userId="2d221691ae611ba1" providerId="LiveId" clId="{DC0BE85E-588D-44EB-87EE-C03A9E5FECA8}" dt="2026-10-24T02:01:45.302" v="3593"/>
          <ac:grpSpMkLst>
            <pc:docMk/>
            <pc:sldMk cId="2110115665" sldId="265"/>
            <ac:grpSpMk id="2" creationId="{FCFDD1DA-83A0-4866-97C0-C2B5FD8F31D7}"/>
          </ac:grpSpMkLst>
        </pc:grpChg>
        <pc:grpChg chg="add del mod">
          <ac:chgData name="Parjis Irpan" userId="2d221691ae611ba1" providerId="LiveId" clId="{DC0BE85E-588D-44EB-87EE-C03A9E5FECA8}" dt="2026-10-24T02:02:08.143" v="3600" actId="478"/>
          <ac:grpSpMkLst>
            <pc:docMk/>
            <pc:sldMk cId="2110115665" sldId="265"/>
            <ac:grpSpMk id="6" creationId="{5FE42CC5-D0AC-4957-AA55-4400B4DFC09F}"/>
          </ac:grpSpMkLst>
        </pc:grpChg>
        <pc:graphicFrameChg chg="mod">
          <ac:chgData name="Parjis Irpan" userId="2d221691ae611ba1" providerId="LiveId" clId="{DC0BE85E-588D-44EB-87EE-C03A9E5FECA8}" dt="2026-10-24T02:01:34.868" v="3590"/>
          <ac:graphicFrameMkLst>
            <pc:docMk/>
            <pc:sldMk cId="2110115665" sldId="265"/>
            <ac:graphicFrameMk id="3" creationId="{D295602A-79FD-4600-AE80-8E5D57B2E484}"/>
          </ac:graphicFrameMkLst>
        </pc:graphicFrameChg>
        <pc:graphicFrameChg chg="mod">
          <ac:chgData name="Parjis Irpan" userId="2d221691ae611ba1" providerId="LiveId" clId="{DC0BE85E-588D-44EB-87EE-C03A9E5FECA8}" dt="2026-10-24T02:01:34.868" v="3590"/>
          <ac:graphicFrameMkLst>
            <pc:docMk/>
            <pc:sldMk cId="2110115665" sldId="265"/>
            <ac:graphicFrameMk id="4" creationId="{2C127C65-01F8-4828-BAD4-1502249311E4}"/>
          </ac:graphicFrameMkLst>
        </pc:graphicFrameChg>
        <pc:graphicFrameChg chg="mod">
          <ac:chgData name="Parjis Irpan" userId="2d221691ae611ba1" providerId="LiveId" clId="{DC0BE85E-588D-44EB-87EE-C03A9E5FECA8}" dt="2026-10-24T02:02:06.399" v="3599"/>
          <ac:graphicFrameMkLst>
            <pc:docMk/>
            <pc:sldMk cId="2110115665" sldId="265"/>
            <ac:graphicFrameMk id="7" creationId="{1F883875-2E8E-4E16-BE3B-AD9A306E5182}"/>
          </ac:graphicFrameMkLst>
        </pc:graphicFrameChg>
        <pc:graphicFrameChg chg="mod">
          <ac:chgData name="Parjis Irpan" userId="2d221691ae611ba1" providerId="LiveId" clId="{DC0BE85E-588D-44EB-87EE-C03A9E5FECA8}" dt="2026-10-24T02:02:06.399" v="3599"/>
          <ac:graphicFrameMkLst>
            <pc:docMk/>
            <pc:sldMk cId="2110115665" sldId="265"/>
            <ac:graphicFrameMk id="8" creationId="{F88B118B-00AD-4AF4-A3B8-A5431B26DC5C}"/>
          </ac:graphicFrameMkLst>
        </pc:graphicFrameChg>
        <pc:picChg chg="add del">
          <ac:chgData name="Parjis Irpan" userId="2d221691ae611ba1" providerId="LiveId" clId="{DC0BE85E-588D-44EB-87EE-C03A9E5FECA8}" dt="2026-10-24T02:02:04.450" v="3596"/>
          <ac:picMkLst>
            <pc:docMk/>
            <pc:sldMk cId="2110115665" sldId="265"/>
            <ac:picMk id="5" creationId="{E2629FDA-1C66-452B-B370-0EAEB8BEBE4A}"/>
          </ac:picMkLst>
        </pc:picChg>
      </pc:sldChg>
    </pc:docChg>
  </pc:docChgLst>
  <pc:docChgLst>
    <pc:chgData name="Parjis Irpan" userId="2d221691ae611ba1" providerId="LiveId" clId="{EBB2E85D-0C78-49EB-B7BF-91EFF9D56114}"/>
    <pc:docChg chg="modSld">
      <pc:chgData name="Parjis Irpan" userId="2d221691ae611ba1" providerId="LiveId" clId="{EBB2E85D-0C78-49EB-B7BF-91EFF9D56114}" dt="2026-10-24T05:02:07.524" v="2" actId="1076"/>
      <pc:docMkLst>
        <pc:docMk/>
      </pc:docMkLst>
      <pc:sldChg chg="modSp">
        <pc:chgData name="Parjis Irpan" userId="2d221691ae611ba1" providerId="LiveId" clId="{EBB2E85D-0C78-49EB-B7BF-91EFF9D56114}" dt="2026-10-24T04:58:34.304" v="1" actId="255"/>
        <pc:sldMkLst>
          <pc:docMk/>
          <pc:sldMk cId="1105062801" sldId="258"/>
        </pc:sldMkLst>
        <pc:graphicFrameChg chg="mod">
          <ac:chgData name="Parjis Irpan" userId="2d221691ae611ba1" providerId="LiveId" clId="{EBB2E85D-0C78-49EB-B7BF-91EFF9D56114}" dt="2026-10-24T04:58:34.304" v="1" actId="255"/>
          <ac:graphicFrameMkLst>
            <pc:docMk/>
            <pc:sldMk cId="1105062801" sldId="258"/>
            <ac:graphicFrameMk id="5" creationId="{A16CC233-2C85-436F-9F8A-36446A8A0CD2}"/>
          </ac:graphicFrameMkLst>
        </pc:graphicFrameChg>
      </pc:sldChg>
      <pc:sldChg chg="modSp mod">
        <pc:chgData name="Parjis Irpan" userId="2d221691ae611ba1" providerId="LiveId" clId="{EBB2E85D-0C78-49EB-B7BF-91EFF9D56114}" dt="2026-10-24T05:02:07.524" v="2" actId="1076"/>
        <pc:sldMkLst>
          <pc:docMk/>
          <pc:sldMk cId="4072124773" sldId="263"/>
        </pc:sldMkLst>
        <pc:grpChg chg="mod">
          <ac:chgData name="Parjis Irpan" userId="2d221691ae611ba1" providerId="LiveId" clId="{EBB2E85D-0C78-49EB-B7BF-91EFF9D56114}" dt="2026-10-24T05:02:07.524" v="2" actId="1076"/>
          <ac:grpSpMkLst>
            <pc:docMk/>
            <pc:sldMk cId="4072124773" sldId="263"/>
            <ac:grpSpMk id="24" creationId="{1BF7906F-094C-4485-B3C9-13A88AC957BC}"/>
          </ac:grpSpMkLst>
        </pc:grp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https://umuc365-my.sharepoint.com/personal/mramadhan2_student_umgc_edu/Documents/Project2.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https://umuc365-my.sharepoint.com/personal/mramadhan2_student_umgc_edu/Documents/Project2.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https://umuc365-my.sharepoint.com/personal/mramadhan2_student_umgc_edu/Documents/Project2.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https://umuc365-my.sharepoint.com/personal/mramadhan2_student_umgc_edu/Documents/Project2.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https://umuc365-my.sharepoint.com/personal/mramadhan2_student_umgc_edu/Documents/Project2.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https://umuc365-my.sharepoint.com/personal/mramadhan2_student_umgc_edu/Documents/Project2.xlsx"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https://umuc365-my.sharepoint.com/personal/mramadhan2_student_umgc_edu/Documents/Project2.xlsx" TargetMode="External"/><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oleObject" Target="https://umuc365-my.sharepoint.com/personal/mramadhan2_student_umgc_edu/Documents/Project2.xlsx" TargetMode="External"/><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oleObject" Target="https://umuc365-my.sharepoint.com/personal/mramadhan2_student_umgc_edu/Documents/Project2.xlsx" TargetMode="External"/><Relationship Id="rId2" Type="http://schemas.microsoft.com/office/2011/relationships/chartColorStyle" Target="colors9.xml"/><Relationship Id="rId1" Type="http://schemas.microsoft.com/office/2011/relationships/chartStyle" Target="style9.xml"/></Relationships>
</file>

<file path=ppt/charts/_rels/chart10.xml.rels><?xml version="1.0" encoding="UTF-8" standalone="yes"?>
<Relationships xmlns="http://schemas.openxmlformats.org/package/2006/relationships"><Relationship Id="rId3" Type="http://schemas.openxmlformats.org/officeDocument/2006/relationships/oleObject" Target="https://umuc365-my.sharepoint.com/personal/mramadhan2_student_umgc_edu/Documents/Project2.xlsx" TargetMode="External"/><Relationship Id="rId2" Type="http://schemas.microsoft.com/office/2011/relationships/chartColorStyle" Target="colors10.xml"/><Relationship Id="rId1" Type="http://schemas.microsoft.com/office/2011/relationships/chartStyle" Target="style10.xml"/></Relationships>
</file>

<file path=ppt/charts/_rels/chart11.xml.rels><?xml version="1.0" encoding="UTF-8" standalone="yes"?>
<Relationships xmlns="http://schemas.openxmlformats.org/package/2006/relationships"><Relationship Id="rId3" Type="http://schemas.openxmlformats.org/officeDocument/2006/relationships/oleObject" Target="https://umuc365-my.sharepoint.com/personal/mramadhan2_student_umgc_edu/Documents/Project2.xlsx" TargetMode="External"/><Relationship Id="rId2" Type="http://schemas.microsoft.com/office/2011/relationships/chartColorStyle" Target="colors11.xml"/><Relationship Id="rId1" Type="http://schemas.microsoft.com/office/2011/relationships/chartStyle" Target="style11.xml"/></Relationships>
</file>

<file path=ppt/charts/_rels/chart12.xml.rels><?xml version="1.0" encoding="UTF-8" standalone="yes"?>
<Relationships xmlns="http://schemas.openxmlformats.org/package/2006/relationships"><Relationship Id="rId3" Type="http://schemas.openxmlformats.org/officeDocument/2006/relationships/oleObject" Target="https://umuc365-my.sharepoint.com/personal/mramadhan2_student_umgc_edu/Documents/Project2.xlsx" TargetMode="External"/><Relationship Id="rId2" Type="http://schemas.microsoft.com/office/2011/relationships/chartColorStyle" Target="colors12.xml"/><Relationship Id="rId1" Type="http://schemas.microsoft.com/office/2011/relationships/chartStyle" Target="style1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lgn="l">
              <a:defRPr sz="1400" b="0" i="0" u="none" strike="noStrike" kern="1200" spc="0" baseline="0">
                <a:solidFill>
                  <a:schemeClr val="tx1">
                    <a:lumMod val="65000"/>
                    <a:lumOff val="35000"/>
                  </a:schemeClr>
                </a:solidFill>
                <a:latin typeface="+mn-lt"/>
                <a:ea typeface="+mn-ea"/>
                <a:cs typeface="+mn-cs"/>
              </a:defRPr>
            </a:pPr>
            <a:r>
              <a:rPr lang="en-US" b="1" dirty="0"/>
              <a:t>Trend</a:t>
            </a:r>
          </a:p>
          <a:p>
            <a:pPr algn="l">
              <a:defRPr/>
            </a:pPr>
            <a:r>
              <a:rPr lang="en-US" b="1" dirty="0">
                <a:solidFill>
                  <a:schemeClr val="bg1">
                    <a:lumMod val="50000"/>
                  </a:schemeClr>
                </a:solidFill>
              </a:rPr>
              <a:t>Revenue</a:t>
            </a:r>
            <a:r>
              <a:rPr lang="en-US" b="1" baseline="0" dirty="0"/>
              <a:t> | </a:t>
            </a:r>
            <a:r>
              <a:rPr lang="en-US" b="1" baseline="0" dirty="0">
                <a:solidFill>
                  <a:schemeClr val="accent1"/>
                </a:solidFill>
              </a:rPr>
              <a:t>Order</a:t>
            </a:r>
            <a:endParaRPr lang="en-ID" b="1" dirty="0">
              <a:solidFill>
                <a:schemeClr val="accent1"/>
              </a:solidFill>
            </a:endParaRPr>
          </a:p>
        </c:rich>
      </c:tx>
      <c:layout>
        <c:manualLayout>
          <c:xMode val="edge"/>
          <c:yMode val="edge"/>
          <c:x val="5.8321947269874752E-3"/>
          <c:y val="6.6048652373460921E-3"/>
        </c:manualLayout>
      </c:layout>
      <c:overlay val="0"/>
      <c:spPr>
        <a:noFill/>
        <a:ln>
          <a:noFill/>
        </a:ln>
        <a:effectLst/>
      </c:spPr>
      <c:txPr>
        <a:bodyPr rot="0" spcFirstLastPara="1" vertOverflow="ellipsis" vert="horz" wrap="square" anchor="ctr" anchorCtr="1"/>
        <a:lstStyle/>
        <a:p>
          <a:pPr algn="l">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Sheet1!$B$4</c:f>
              <c:strCache>
                <c:ptCount val="1"/>
                <c:pt idx="0">
                  <c:v>Net Revenue</c:v>
                </c:pt>
              </c:strCache>
            </c:strRef>
          </c:tx>
          <c:spPr>
            <a:solidFill>
              <a:schemeClr val="bg2">
                <a:lumMod val="75000"/>
              </a:schemeClr>
            </a:solidFill>
            <a:ln>
              <a:noFill/>
            </a:ln>
            <a:effectLst/>
          </c:spPr>
          <c:invertIfNegative val="0"/>
          <c:dPt>
            <c:idx val="3"/>
            <c:invertIfNegative val="0"/>
            <c:bubble3D val="0"/>
            <c:spPr>
              <a:solidFill>
                <a:schemeClr val="bg1">
                  <a:lumMod val="50000"/>
                </a:schemeClr>
              </a:solidFill>
              <a:ln>
                <a:noFill/>
              </a:ln>
              <a:effectLst/>
            </c:spPr>
            <c:extLst>
              <c:ext xmlns:c16="http://schemas.microsoft.com/office/drawing/2014/chart" uri="{C3380CC4-5D6E-409C-BE32-E72D297353CC}">
                <c16:uniqueId val="{00000003-2713-4AB7-B24C-65C8E10E04CE}"/>
              </c:ext>
            </c:extLst>
          </c:dPt>
          <c:dLbls>
            <c:numFmt formatCode="&quot;Rp&quot;0.00,,,\ &quot;B&quot;" sourceLinked="0"/>
            <c:spPr>
              <a:noFill/>
              <a:ln>
                <a:noFill/>
              </a:ln>
              <a:effectLst/>
            </c:spPr>
            <c:txPr>
              <a:bodyPr rot="0" spcFirstLastPara="1" vertOverflow="ellipsis" horzOverflow="clip" vert="horz" wrap="square" lIns="36000" tIns="19050" rIns="38100" bIns="19050" anchor="ctr" anchorCtr="1">
                <a:spAutoFit/>
              </a:bodyPr>
              <a:lstStyle/>
              <a:p>
                <a:pPr>
                  <a:defRPr sz="800" b="1" i="0" u="none" strike="noStrike" kern="1200" baseline="0">
                    <a:solidFill>
                      <a:schemeClr val="bg1"/>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pPr xmlns:c15="http://schemas.microsoft.com/office/drawing/2012/chart">
                  <a:prstGeom prst="rect">
                    <a:avLst/>
                  </a:prstGeom>
                  <a:noFill/>
                  <a:ln>
                    <a:noFill/>
                  </a:ln>
                </c15:spPr>
                <c15:showLeaderLines val="1"/>
                <c15:leaderLines>
                  <c:spPr>
                    <a:ln w="9525" cap="flat" cmpd="sng" algn="ctr">
                      <a:solidFill>
                        <a:schemeClr val="tx1">
                          <a:lumMod val="35000"/>
                          <a:lumOff val="65000"/>
                        </a:schemeClr>
                      </a:solidFill>
                      <a:round/>
                    </a:ln>
                    <a:effectLst/>
                  </c:spPr>
                </c15:leaderLines>
              </c:ext>
            </c:extLst>
          </c:dLbls>
          <c:cat>
            <c:strRef>
              <c:f>Sheet1!$A$5:$A$10</c:f>
              <c:strCache>
                <c:ptCount val="6"/>
                <c:pt idx="0">
                  <c:v>Jan</c:v>
                </c:pt>
                <c:pt idx="1">
                  <c:v>Feb</c:v>
                </c:pt>
                <c:pt idx="2">
                  <c:v>Mar</c:v>
                </c:pt>
                <c:pt idx="3">
                  <c:v>Apr</c:v>
                </c:pt>
                <c:pt idx="4">
                  <c:v>May</c:v>
                </c:pt>
                <c:pt idx="5">
                  <c:v>Jun</c:v>
                </c:pt>
              </c:strCache>
            </c:strRef>
          </c:cat>
          <c:val>
            <c:numRef>
              <c:f>Sheet1!$B$5:$B$10</c:f>
              <c:numCache>
                <c:formatCode>_-[$Rp-3809]* #,##0.00_-;\-[$Rp-3809]* #,##0.00_-;_-[$Rp-3809]* "-"??_-;_-@_-</c:formatCode>
                <c:ptCount val="6"/>
                <c:pt idx="0">
                  <c:v>1187879500</c:v>
                </c:pt>
                <c:pt idx="1">
                  <c:v>1111954000</c:v>
                </c:pt>
                <c:pt idx="2">
                  <c:v>1173221500</c:v>
                </c:pt>
                <c:pt idx="3">
                  <c:v>1221699000</c:v>
                </c:pt>
                <c:pt idx="4">
                  <c:v>1132358500</c:v>
                </c:pt>
                <c:pt idx="5">
                  <c:v>1199722500</c:v>
                </c:pt>
              </c:numCache>
            </c:numRef>
          </c:val>
          <c:extLst>
            <c:ext xmlns:c16="http://schemas.microsoft.com/office/drawing/2014/chart" uri="{C3380CC4-5D6E-409C-BE32-E72D297353CC}">
              <c16:uniqueId val="{00000000-2713-4AB7-B24C-65C8E10E04CE}"/>
            </c:ext>
          </c:extLst>
        </c:ser>
        <c:dLbls>
          <c:showLegendKey val="0"/>
          <c:showVal val="0"/>
          <c:showCatName val="0"/>
          <c:showSerName val="0"/>
          <c:showPercent val="0"/>
          <c:showBubbleSize val="0"/>
        </c:dLbls>
        <c:gapWidth val="110"/>
        <c:overlap val="-27"/>
        <c:axId val="720507792"/>
        <c:axId val="720509456"/>
      </c:barChart>
      <c:lineChart>
        <c:grouping val="standard"/>
        <c:varyColors val="0"/>
        <c:ser>
          <c:idx val="1"/>
          <c:order val="1"/>
          <c:tx>
            <c:strRef>
              <c:f>Sheet1!$C$4</c:f>
              <c:strCache>
                <c:ptCount val="1"/>
                <c:pt idx="0">
                  <c:v>Total Order</c:v>
                </c:pt>
              </c:strCache>
            </c:strRef>
          </c:tx>
          <c:spPr>
            <a:ln w="28575" cap="rnd">
              <a:solidFill>
                <a:schemeClr val="accent1">
                  <a:lumMod val="40000"/>
                  <a:lumOff val="60000"/>
                </a:schemeClr>
              </a:solidFill>
              <a:round/>
            </a:ln>
            <a:effectLst/>
          </c:spPr>
          <c:marker>
            <c:symbol val="none"/>
          </c:marker>
          <c:dPt>
            <c:idx val="4"/>
            <c:marker>
              <c:symbol val="circle"/>
              <c:size val="5"/>
              <c:spPr>
                <a:solidFill>
                  <a:schemeClr val="accent1"/>
                </a:solidFill>
                <a:ln w="9525">
                  <a:noFill/>
                </a:ln>
                <a:effectLst/>
              </c:spPr>
            </c:marker>
            <c:bubble3D val="0"/>
            <c:spPr>
              <a:ln w="28575" cap="rnd">
                <a:solidFill>
                  <a:schemeClr val="accent1"/>
                </a:solidFill>
                <a:round/>
              </a:ln>
              <a:effectLst/>
            </c:spPr>
            <c:extLst>
              <c:ext xmlns:c16="http://schemas.microsoft.com/office/drawing/2014/chart" uri="{C3380CC4-5D6E-409C-BE32-E72D297353CC}">
                <c16:uniqueId val="{00000004-2713-4AB7-B24C-65C8E10E04CE}"/>
              </c:ext>
            </c:extLst>
          </c:dPt>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Sheet1!$A$5:$A$10</c:f>
              <c:strCache>
                <c:ptCount val="6"/>
                <c:pt idx="0">
                  <c:v>Jan</c:v>
                </c:pt>
                <c:pt idx="1">
                  <c:v>Feb</c:v>
                </c:pt>
                <c:pt idx="2">
                  <c:v>Mar</c:v>
                </c:pt>
                <c:pt idx="3">
                  <c:v>Apr</c:v>
                </c:pt>
                <c:pt idx="4">
                  <c:v>May</c:v>
                </c:pt>
                <c:pt idx="5">
                  <c:v>Jun</c:v>
                </c:pt>
              </c:strCache>
            </c:strRef>
          </c:cat>
          <c:val>
            <c:numRef>
              <c:f>Sheet1!$C$5:$C$10</c:f>
              <c:numCache>
                <c:formatCode>General</c:formatCode>
                <c:ptCount val="6"/>
                <c:pt idx="0">
                  <c:v>394</c:v>
                </c:pt>
                <c:pt idx="1">
                  <c:v>403</c:v>
                </c:pt>
                <c:pt idx="2">
                  <c:v>413</c:v>
                </c:pt>
                <c:pt idx="3">
                  <c:v>418</c:v>
                </c:pt>
                <c:pt idx="4">
                  <c:v>427</c:v>
                </c:pt>
                <c:pt idx="5">
                  <c:v>421</c:v>
                </c:pt>
              </c:numCache>
            </c:numRef>
          </c:val>
          <c:smooth val="0"/>
          <c:extLst>
            <c:ext xmlns:c16="http://schemas.microsoft.com/office/drawing/2014/chart" uri="{C3380CC4-5D6E-409C-BE32-E72D297353CC}">
              <c16:uniqueId val="{00000001-2713-4AB7-B24C-65C8E10E04CE}"/>
            </c:ext>
          </c:extLst>
        </c:ser>
        <c:dLbls>
          <c:showLegendKey val="0"/>
          <c:showVal val="0"/>
          <c:showCatName val="0"/>
          <c:showSerName val="0"/>
          <c:showPercent val="0"/>
          <c:showBubbleSize val="0"/>
        </c:dLbls>
        <c:marker val="1"/>
        <c:smooth val="0"/>
        <c:axId val="2077060224"/>
        <c:axId val="2077059392"/>
      </c:lineChart>
      <c:catAx>
        <c:axId val="72050779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1" i="0" u="none" strike="noStrike" kern="1200" baseline="0">
                <a:solidFill>
                  <a:schemeClr val="tx1">
                    <a:lumMod val="65000"/>
                    <a:lumOff val="35000"/>
                  </a:schemeClr>
                </a:solidFill>
                <a:latin typeface="+mn-lt"/>
                <a:ea typeface="+mn-ea"/>
                <a:cs typeface="+mn-cs"/>
              </a:defRPr>
            </a:pPr>
            <a:endParaRPr lang="en-US"/>
          </a:p>
        </c:txPr>
        <c:crossAx val="720509456"/>
        <c:crossesAt val="0"/>
        <c:auto val="1"/>
        <c:lblAlgn val="ctr"/>
        <c:lblOffset val="100"/>
        <c:noMultiLvlLbl val="0"/>
      </c:catAx>
      <c:valAx>
        <c:axId val="720509456"/>
        <c:scaling>
          <c:orientation val="minMax"/>
          <c:max val="1400000000"/>
          <c:min val="0"/>
        </c:scaling>
        <c:delete val="0"/>
        <c:axPos val="l"/>
        <c:numFmt formatCode="0.00,,,\ &quot;B&quot;" sourceLinked="0"/>
        <c:majorTickMark val="none"/>
        <c:minorTickMark val="none"/>
        <c:tickLblPos val="none"/>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20507792"/>
        <c:crosses val="autoZero"/>
        <c:crossBetween val="between"/>
      </c:valAx>
      <c:valAx>
        <c:axId val="2077059392"/>
        <c:scaling>
          <c:orientation val="minMax"/>
          <c:min val="0"/>
        </c:scaling>
        <c:delete val="0"/>
        <c:axPos val="r"/>
        <c:numFmt formatCode="General" sourceLinked="1"/>
        <c:majorTickMark val="out"/>
        <c:minorTickMark val="none"/>
        <c:tickLblPos val="none"/>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77060224"/>
        <c:crosses val="max"/>
        <c:crossBetween val="between"/>
      </c:valAx>
      <c:catAx>
        <c:axId val="2077060224"/>
        <c:scaling>
          <c:orientation val="minMax"/>
        </c:scaling>
        <c:delete val="1"/>
        <c:axPos val="b"/>
        <c:numFmt formatCode="General" sourceLinked="1"/>
        <c:majorTickMark val="out"/>
        <c:minorTickMark val="none"/>
        <c:tickLblPos val="nextTo"/>
        <c:crossAx val="2077059392"/>
        <c:crossesAt val="0"/>
        <c:auto val="1"/>
        <c:lblAlgn val="ctr"/>
        <c:lblOffset val="100"/>
        <c:noMultiLvlLbl val="0"/>
      </c:cat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lgn="l">
              <a:defRPr sz="1400" b="0" i="0" u="none" strike="noStrike" kern="1200" spc="0" baseline="0">
                <a:solidFill>
                  <a:schemeClr val="tx1">
                    <a:lumMod val="65000"/>
                    <a:lumOff val="35000"/>
                  </a:schemeClr>
                </a:solidFill>
                <a:latin typeface="+mn-lt"/>
                <a:ea typeface="+mn-ea"/>
                <a:cs typeface="+mn-cs"/>
              </a:defRPr>
            </a:pPr>
            <a:r>
              <a:rPr lang="en-US" b="1" dirty="0">
                <a:solidFill>
                  <a:schemeClr val="tx1"/>
                </a:solidFill>
              </a:rPr>
              <a:t>Revenue Contribution %</a:t>
            </a:r>
          </a:p>
          <a:p>
            <a:pPr algn="l">
              <a:defRPr/>
            </a:pPr>
            <a:r>
              <a:rPr lang="en-US" b="1" dirty="0">
                <a:solidFill>
                  <a:schemeClr val="accent1"/>
                </a:solidFill>
              </a:rPr>
              <a:t>Website</a:t>
            </a:r>
            <a:r>
              <a:rPr lang="en-US" baseline="0" dirty="0"/>
              <a:t> | </a:t>
            </a:r>
            <a:r>
              <a:rPr lang="en-US" b="1" baseline="0" dirty="0">
                <a:solidFill>
                  <a:schemeClr val="accent5">
                    <a:lumMod val="60000"/>
                    <a:lumOff val="40000"/>
                  </a:schemeClr>
                </a:solidFill>
              </a:rPr>
              <a:t>Marketplace</a:t>
            </a:r>
            <a:endParaRPr lang="en-ID" b="1" dirty="0">
              <a:solidFill>
                <a:schemeClr val="accent5">
                  <a:lumMod val="60000"/>
                  <a:lumOff val="40000"/>
                </a:schemeClr>
              </a:solidFill>
            </a:endParaRPr>
          </a:p>
        </c:rich>
      </c:tx>
      <c:layout>
        <c:manualLayout>
          <c:xMode val="edge"/>
          <c:yMode val="edge"/>
          <c:x val="2.9387041974391952E-2"/>
          <c:y val="3.3149171270718231E-2"/>
        </c:manualLayout>
      </c:layout>
      <c:overlay val="0"/>
      <c:spPr>
        <a:noFill/>
        <a:ln>
          <a:noFill/>
        </a:ln>
        <a:effectLst/>
      </c:spPr>
      <c:txPr>
        <a:bodyPr rot="0" spcFirstLastPara="1" vertOverflow="ellipsis" vert="horz" wrap="square" anchor="ctr" anchorCtr="1"/>
        <a:lstStyle/>
        <a:p>
          <a:pPr algn="l">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pieChart>
        <c:varyColors val="1"/>
        <c:ser>
          <c:idx val="1"/>
          <c:order val="1"/>
          <c:tx>
            <c:strRef>
              <c:f>Sheet2!$G$5:$I$5</c:f>
              <c:strCache>
                <c:ptCount val="3"/>
                <c:pt idx="0">
                  <c:v>Revenue Contribution %</c:v>
                </c:pt>
                <c:pt idx="1">
                  <c:v>41%</c:v>
                </c:pt>
                <c:pt idx="2">
                  <c:v>59%</c:v>
                </c:pt>
              </c:strCache>
            </c:strRef>
          </c:tx>
          <c:dPt>
            <c:idx val="0"/>
            <c:bubble3D val="0"/>
            <c:spPr>
              <a:solidFill>
                <a:schemeClr val="accent1">
                  <a:lumMod val="60000"/>
                  <a:lumOff val="40000"/>
                </a:schemeClr>
              </a:solidFill>
              <a:ln w="19050">
                <a:solidFill>
                  <a:schemeClr val="lt1"/>
                </a:solidFill>
              </a:ln>
              <a:effectLst/>
            </c:spPr>
            <c:extLst>
              <c:ext xmlns:c16="http://schemas.microsoft.com/office/drawing/2014/chart" uri="{C3380CC4-5D6E-409C-BE32-E72D297353CC}">
                <c16:uniqueId val="{00000001-BFB0-44F7-8B73-E4F3458AE8EE}"/>
              </c:ext>
            </c:extLst>
          </c:dPt>
          <c:dPt>
            <c:idx val="1"/>
            <c:bubble3D val="0"/>
            <c:spPr>
              <a:solidFill>
                <a:schemeClr val="accent5">
                  <a:lumMod val="75000"/>
                </a:schemeClr>
              </a:solidFill>
              <a:ln w="19050">
                <a:solidFill>
                  <a:schemeClr val="lt1"/>
                </a:solidFill>
              </a:ln>
              <a:effectLst/>
            </c:spPr>
            <c:extLst>
              <c:ext xmlns:c16="http://schemas.microsoft.com/office/drawing/2014/chart" uri="{C3380CC4-5D6E-409C-BE32-E72D297353CC}">
                <c16:uniqueId val="{00000003-BFB0-44F7-8B73-E4F3458AE8EE}"/>
              </c:ext>
            </c:extLst>
          </c:dPt>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val>
            <c:numRef>
              <c:f>Sheet2!$H$5:$I$5</c:f>
              <c:numCache>
                <c:formatCode>0%</c:formatCode>
                <c:ptCount val="2"/>
                <c:pt idx="0">
                  <c:v>0.41469324382883616</c:v>
                </c:pt>
                <c:pt idx="1">
                  <c:v>0.58530675617116379</c:v>
                </c:pt>
              </c:numCache>
            </c:numRef>
          </c:val>
          <c:extLst>
            <c:ext xmlns:c16="http://schemas.microsoft.com/office/drawing/2014/chart" uri="{C3380CC4-5D6E-409C-BE32-E72D297353CC}">
              <c16:uniqueId val="{00000004-BFB0-44F7-8B73-E4F3458AE8EE}"/>
            </c:ext>
          </c:extLst>
        </c:ser>
        <c:dLbls>
          <c:dLblPos val="bestFit"/>
          <c:showLegendKey val="0"/>
          <c:showVal val="1"/>
          <c:showCatName val="0"/>
          <c:showSerName val="0"/>
          <c:showPercent val="0"/>
          <c:showBubbleSize val="0"/>
          <c:showLeaderLines val="1"/>
        </c:dLbls>
        <c:firstSliceAng val="0"/>
        <c:extLst>
          <c:ext xmlns:c15="http://schemas.microsoft.com/office/drawing/2012/chart" uri="{02D57815-91ED-43cb-92C2-25804820EDAC}">
            <c15:filteredPieSeries>
              <c15:ser>
                <c:idx val="0"/>
                <c:order val="0"/>
                <c:tx>
                  <c:strRef>
                    <c:extLst>
                      <c:ext uri="{02D57815-91ED-43cb-92C2-25804820EDAC}">
                        <c15:formulaRef>
                          <c15:sqref>Sheet2!$G$2</c15:sqref>
                        </c15:formulaRef>
                      </c:ext>
                    </c:extLst>
                    <c:strCache>
                      <c:ptCount val="1"/>
                      <c:pt idx="0">
                        <c:v>Net Revenue</c:v>
                      </c:pt>
                    </c:strCache>
                  </c:strRef>
                </c:tx>
                <c:dPt>
                  <c:idx val="0"/>
                  <c:bubble3D val="0"/>
                  <c:spPr>
                    <a:solidFill>
                      <a:schemeClr val="accent1">
                        <a:lumMod val="60000"/>
                        <a:lumOff val="40000"/>
                      </a:schemeClr>
                    </a:solidFill>
                    <a:ln w="19050">
                      <a:solidFill>
                        <a:schemeClr val="lt1"/>
                      </a:solidFill>
                    </a:ln>
                    <a:effectLst/>
                  </c:spPr>
                  <c:extLst>
                    <c:ext xmlns:c16="http://schemas.microsoft.com/office/drawing/2014/chart" uri="{C3380CC4-5D6E-409C-BE32-E72D297353CC}">
                      <c16:uniqueId val="{00000006-BFB0-44F7-8B73-E4F3458AE8EE}"/>
                    </c:ext>
                  </c:extLst>
                </c:dPt>
                <c:dPt>
                  <c:idx val="1"/>
                  <c:bubble3D val="0"/>
                  <c:spPr>
                    <a:solidFill>
                      <a:srgbClr val="0070C0"/>
                    </a:solidFill>
                    <a:ln w="19050">
                      <a:solidFill>
                        <a:schemeClr val="lt1"/>
                      </a:solidFill>
                    </a:ln>
                    <a:effectLst/>
                  </c:spPr>
                  <c:extLst>
                    <c:ext xmlns:c16="http://schemas.microsoft.com/office/drawing/2014/chart" uri="{C3380CC4-5D6E-409C-BE32-E72D297353CC}">
                      <c16:uniqueId val="{00000008-BFB0-44F7-8B73-E4F3458AE8EE}"/>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uri="{CE6537A1-D6FC-4f65-9D91-7224C49458BB}"/>
                  </c:extLst>
                </c:dLbls>
                <c:cat>
                  <c:strRef>
                    <c:extLst>
                      <c:ext uri="{02D57815-91ED-43cb-92C2-25804820EDAC}">
                        <c15:formulaRef>
                          <c15:sqref>Sheet2!$H$1:$I$1</c15:sqref>
                        </c15:formulaRef>
                      </c:ext>
                    </c:extLst>
                    <c:strCache>
                      <c:ptCount val="2"/>
                      <c:pt idx="0">
                        <c:v>Marketplace</c:v>
                      </c:pt>
                      <c:pt idx="1">
                        <c:v>Website</c:v>
                      </c:pt>
                    </c:strCache>
                  </c:strRef>
                </c:cat>
                <c:val>
                  <c:numRef>
                    <c:extLst>
                      <c:ext uri="{02D57815-91ED-43cb-92C2-25804820EDAC}">
                        <c15:formulaRef>
                          <c15:sqref>Sheet2!$H$2:$I$2</c15:sqref>
                        </c15:formulaRef>
                      </c:ext>
                    </c:extLst>
                    <c:numCache>
                      <c:formatCode>General</c:formatCode>
                      <c:ptCount val="2"/>
                      <c:pt idx="0">
                        <c:v>2913981000</c:v>
                      </c:pt>
                      <c:pt idx="1">
                        <c:v>4112854000</c:v>
                      </c:pt>
                    </c:numCache>
                  </c:numRef>
                </c:val>
                <c:extLst>
                  <c:ext xmlns:c16="http://schemas.microsoft.com/office/drawing/2014/chart" uri="{C3380CC4-5D6E-409C-BE32-E72D297353CC}">
                    <c16:uniqueId val="{00000009-BFB0-44F7-8B73-E4F3458AE8EE}"/>
                  </c:ext>
                </c:extLst>
              </c15:ser>
            </c15:filteredPieSeries>
          </c:ext>
        </c:extLst>
      </c:pie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lgn="l">
              <a:defRPr sz="1400" b="0" i="0" u="none" strike="noStrike" kern="1200" spc="0" baseline="0">
                <a:solidFill>
                  <a:schemeClr val="tx1">
                    <a:lumMod val="65000"/>
                    <a:lumOff val="35000"/>
                  </a:schemeClr>
                </a:solidFill>
                <a:latin typeface="+mn-lt"/>
                <a:ea typeface="+mn-ea"/>
                <a:cs typeface="+mn-cs"/>
              </a:defRPr>
            </a:pPr>
            <a:r>
              <a:rPr lang="en-US" sz="1400" b="1" i="0" baseline="0" dirty="0">
                <a:effectLst/>
              </a:rPr>
              <a:t>AOV</a:t>
            </a:r>
            <a:endParaRPr lang="en-ID" sz="1400" dirty="0">
              <a:effectLst/>
            </a:endParaRPr>
          </a:p>
          <a:p>
            <a:pPr algn="l">
              <a:defRPr/>
            </a:pPr>
            <a:r>
              <a:rPr lang="en-US" sz="1400" b="1" i="0" baseline="0" dirty="0">
                <a:solidFill>
                  <a:schemeClr val="accent1"/>
                </a:solidFill>
                <a:effectLst/>
              </a:rPr>
              <a:t>Website</a:t>
            </a:r>
            <a:r>
              <a:rPr lang="en-US" sz="1400" b="0" i="0" baseline="0" dirty="0">
                <a:effectLst/>
              </a:rPr>
              <a:t> | </a:t>
            </a:r>
            <a:r>
              <a:rPr lang="en-US" sz="1400" b="1" i="0" baseline="0" dirty="0">
                <a:solidFill>
                  <a:schemeClr val="accent1">
                    <a:lumMod val="60000"/>
                    <a:lumOff val="40000"/>
                  </a:schemeClr>
                </a:solidFill>
                <a:effectLst/>
              </a:rPr>
              <a:t>Marketplace</a:t>
            </a:r>
            <a:endParaRPr lang="en-ID" sz="1400" dirty="0">
              <a:solidFill>
                <a:schemeClr val="accent1">
                  <a:lumMod val="60000"/>
                  <a:lumOff val="40000"/>
                </a:schemeClr>
              </a:solidFill>
              <a:effectLst/>
            </a:endParaRPr>
          </a:p>
        </c:rich>
      </c:tx>
      <c:layout>
        <c:manualLayout>
          <c:xMode val="edge"/>
          <c:yMode val="edge"/>
          <c:x val="2.3250035261406767E-2"/>
          <c:y val="5.0834257098528859E-2"/>
        </c:manualLayout>
      </c:layout>
      <c:overlay val="0"/>
      <c:spPr>
        <a:noFill/>
        <a:ln>
          <a:noFill/>
        </a:ln>
        <a:effectLst/>
      </c:spPr>
      <c:txPr>
        <a:bodyPr rot="0" spcFirstLastPara="1" vertOverflow="ellipsis" vert="horz" wrap="square" anchor="ctr" anchorCtr="1"/>
        <a:lstStyle/>
        <a:p>
          <a:pPr algn="l">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1"/>
          <c:order val="0"/>
          <c:tx>
            <c:strRef>
              <c:f>Sheet2!$I$1</c:f>
              <c:strCache>
                <c:ptCount val="1"/>
                <c:pt idx="0">
                  <c:v>Website</c:v>
                </c:pt>
              </c:strCache>
            </c:strRef>
          </c:tx>
          <c:spPr>
            <a:solidFill>
              <a:schemeClr val="accent1"/>
            </a:solidFill>
            <a:ln>
              <a:noFill/>
            </a:ln>
            <a:effectLst/>
          </c:spPr>
          <c:invertIfNegative val="0"/>
          <c:dLbls>
            <c:numFmt formatCode="&quot;Rp&quot;0.00,,\ &quot;M&quot;" sourceLinked="0"/>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Sheet2!$G$4</c:f>
              <c:strCache>
                <c:ptCount val="1"/>
                <c:pt idx="0">
                  <c:v>Net AOV</c:v>
                </c:pt>
              </c:strCache>
              <c:extLst/>
            </c:strRef>
          </c:cat>
          <c:val>
            <c:numRef>
              <c:f>Sheet2!$I$4</c:f>
              <c:numCache>
                <c:formatCode>0.00</c:formatCode>
                <c:ptCount val="1"/>
                <c:pt idx="0">
                  <c:v>2870100.4884856944</c:v>
                </c:pt>
              </c:numCache>
              <c:extLst/>
            </c:numRef>
          </c:val>
          <c:extLst>
            <c:ext xmlns:c16="http://schemas.microsoft.com/office/drawing/2014/chart" uri="{C3380CC4-5D6E-409C-BE32-E72D297353CC}">
              <c16:uniqueId val="{00000000-4EA8-4C38-BC48-C63491FF8DA0}"/>
            </c:ext>
          </c:extLst>
        </c:ser>
        <c:ser>
          <c:idx val="0"/>
          <c:order val="1"/>
          <c:tx>
            <c:strRef>
              <c:f>Sheet2!$H$1</c:f>
              <c:strCache>
                <c:ptCount val="1"/>
                <c:pt idx="0">
                  <c:v>Marketplace</c:v>
                </c:pt>
              </c:strCache>
            </c:strRef>
          </c:tx>
          <c:spPr>
            <a:solidFill>
              <a:schemeClr val="accent1">
                <a:lumMod val="60000"/>
                <a:lumOff val="40000"/>
              </a:schemeClr>
            </a:solidFill>
            <a:ln>
              <a:noFill/>
            </a:ln>
            <a:effectLst/>
          </c:spPr>
          <c:invertIfNegative val="0"/>
          <c:dLbls>
            <c:numFmt formatCode="&quot;Rp&quot;0.00,,\ &quot;M&quot;" sourceLinked="0"/>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Sheet2!$G$4</c:f>
              <c:strCache>
                <c:ptCount val="1"/>
                <c:pt idx="0">
                  <c:v>Net AOV</c:v>
                </c:pt>
              </c:strCache>
              <c:extLst/>
            </c:strRef>
          </c:cat>
          <c:val>
            <c:numRef>
              <c:f>Sheet2!$H$4</c:f>
              <c:numCache>
                <c:formatCode>0.00</c:formatCode>
                <c:ptCount val="1"/>
                <c:pt idx="0">
                  <c:v>2793845.6375838928</c:v>
                </c:pt>
              </c:numCache>
              <c:extLst/>
            </c:numRef>
          </c:val>
          <c:extLst>
            <c:ext xmlns:c16="http://schemas.microsoft.com/office/drawing/2014/chart" uri="{C3380CC4-5D6E-409C-BE32-E72D297353CC}">
              <c16:uniqueId val="{00000001-4EA8-4C38-BC48-C63491FF8DA0}"/>
            </c:ext>
          </c:extLst>
        </c:ser>
        <c:dLbls>
          <c:dLblPos val="outEnd"/>
          <c:showLegendKey val="0"/>
          <c:showVal val="1"/>
          <c:showCatName val="0"/>
          <c:showSerName val="0"/>
          <c:showPercent val="0"/>
          <c:showBubbleSize val="0"/>
        </c:dLbls>
        <c:gapWidth val="219"/>
        <c:overlap val="-27"/>
        <c:axId val="710277312"/>
        <c:axId val="710278144"/>
      </c:barChart>
      <c:catAx>
        <c:axId val="710277312"/>
        <c:scaling>
          <c:orientation val="minMax"/>
        </c:scaling>
        <c:delete val="1"/>
        <c:axPos val="b"/>
        <c:numFmt formatCode="General" sourceLinked="1"/>
        <c:majorTickMark val="none"/>
        <c:minorTickMark val="none"/>
        <c:tickLblPos val="nextTo"/>
        <c:crossAx val="710278144"/>
        <c:crosses val="autoZero"/>
        <c:auto val="1"/>
        <c:lblAlgn val="ctr"/>
        <c:lblOffset val="100"/>
        <c:noMultiLvlLbl val="0"/>
      </c:catAx>
      <c:valAx>
        <c:axId val="710278144"/>
        <c:scaling>
          <c:orientation val="minMax"/>
          <c:min val="0"/>
        </c:scaling>
        <c:delete val="1"/>
        <c:axPos val="l"/>
        <c:numFmt formatCode="0.00" sourceLinked="1"/>
        <c:majorTickMark val="none"/>
        <c:minorTickMark val="none"/>
        <c:tickLblPos val="nextTo"/>
        <c:crossAx val="710277312"/>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lgn="l">
              <a:defRPr sz="1400" b="0" i="0" u="none" strike="noStrike" kern="1200" spc="0" baseline="0">
                <a:solidFill>
                  <a:schemeClr val="tx1">
                    <a:lumMod val="65000"/>
                    <a:lumOff val="35000"/>
                  </a:schemeClr>
                </a:solidFill>
                <a:latin typeface="+mn-lt"/>
                <a:ea typeface="+mn-ea"/>
                <a:cs typeface="+mn-cs"/>
              </a:defRPr>
            </a:pPr>
            <a:r>
              <a:rPr lang="en-US" sz="1400" b="1" i="0" baseline="0" dirty="0">
                <a:effectLst/>
              </a:rPr>
              <a:t>Total Order Channel</a:t>
            </a:r>
            <a:endParaRPr lang="en-ID" sz="1400" dirty="0">
              <a:effectLst/>
            </a:endParaRPr>
          </a:p>
          <a:p>
            <a:pPr algn="l">
              <a:defRPr/>
            </a:pPr>
            <a:r>
              <a:rPr lang="en-US" sz="1400" b="1" i="0" baseline="0" dirty="0">
                <a:solidFill>
                  <a:schemeClr val="accent1"/>
                </a:solidFill>
                <a:effectLst/>
              </a:rPr>
              <a:t>Website</a:t>
            </a:r>
            <a:r>
              <a:rPr lang="en-US" sz="1400" b="0" i="0" baseline="0" dirty="0">
                <a:effectLst/>
              </a:rPr>
              <a:t> | </a:t>
            </a:r>
            <a:r>
              <a:rPr lang="en-US" sz="1400" b="1" i="0" baseline="0" dirty="0">
                <a:solidFill>
                  <a:schemeClr val="accent1">
                    <a:lumMod val="60000"/>
                    <a:lumOff val="40000"/>
                  </a:schemeClr>
                </a:solidFill>
                <a:effectLst/>
              </a:rPr>
              <a:t>Marketplace</a:t>
            </a:r>
            <a:endParaRPr lang="en-ID" sz="1400" dirty="0">
              <a:solidFill>
                <a:schemeClr val="accent1">
                  <a:lumMod val="60000"/>
                  <a:lumOff val="40000"/>
                </a:schemeClr>
              </a:solidFill>
              <a:effectLst/>
            </a:endParaRPr>
          </a:p>
          <a:p>
            <a:pPr algn="l">
              <a:defRPr/>
            </a:pPr>
            <a:endParaRPr lang="en-ID" sz="1400" dirty="0"/>
          </a:p>
        </c:rich>
      </c:tx>
      <c:layout>
        <c:manualLayout>
          <c:xMode val="edge"/>
          <c:yMode val="edge"/>
          <c:x val="1.9159667541557308E-2"/>
          <c:y val="2.3148148148148147E-2"/>
        </c:manualLayout>
      </c:layout>
      <c:overlay val="0"/>
      <c:spPr>
        <a:noFill/>
        <a:ln>
          <a:noFill/>
        </a:ln>
        <a:effectLst/>
      </c:spPr>
      <c:txPr>
        <a:bodyPr rot="0" spcFirstLastPara="1" vertOverflow="ellipsis" vert="horz" wrap="square" anchor="ctr" anchorCtr="1"/>
        <a:lstStyle/>
        <a:p>
          <a:pPr algn="l">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1"/>
          <c:order val="0"/>
          <c:tx>
            <c:strRef>
              <c:f>Sheet2!$I$1</c:f>
              <c:strCache>
                <c:ptCount val="1"/>
                <c:pt idx="0">
                  <c:v>Website</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Sheet2!$G$3</c:f>
              <c:strCache>
                <c:ptCount val="1"/>
                <c:pt idx="0">
                  <c:v>Total Order Completed</c:v>
                </c:pt>
              </c:strCache>
              <c:extLst/>
            </c:strRef>
          </c:cat>
          <c:val>
            <c:numRef>
              <c:f>Sheet2!$I$3</c:f>
              <c:numCache>
                <c:formatCode>General</c:formatCode>
                <c:ptCount val="1"/>
                <c:pt idx="0">
                  <c:v>1433</c:v>
                </c:pt>
              </c:numCache>
              <c:extLst/>
            </c:numRef>
          </c:val>
          <c:extLst>
            <c:ext xmlns:c16="http://schemas.microsoft.com/office/drawing/2014/chart" uri="{C3380CC4-5D6E-409C-BE32-E72D297353CC}">
              <c16:uniqueId val="{00000000-8D88-47E1-B0D1-D665ED71A7A4}"/>
            </c:ext>
          </c:extLst>
        </c:ser>
        <c:ser>
          <c:idx val="0"/>
          <c:order val="1"/>
          <c:tx>
            <c:strRef>
              <c:f>Sheet2!$H$1</c:f>
              <c:strCache>
                <c:ptCount val="1"/>
                <c:pt idx="0">
                  <c:v>Marketplace</c:v>
                </c:pt>
              </c:strCache>
            </c:strRef>
          </c:tx>
          <c:spPr>
            <a:solidFill>
              <a:schemeClr val="accent1">
                <a:lumMod val="60000"/>
                <a:lumOff val="4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Sheet2!$G$3</c:f>
              <c:strCache>
                <c:ptCount val="1"/>
                <c:pt idx="0">
                  <c:v>Total Order Completed</c:v>
                </c:pt>
              </c:strCache>
              <c:extLst/>
            </c:strRef>
          </c:cat>
          <c:val>
            <c:numRef>
              <c:f>Sheet2!$H$3</c:f>
              <c:numCache>
                <c:formatCode>General</c:formatCode>
                <c:ptCount val="1"/>
                <c:pt idx="0">
                  <c:v>1043</c:v>
                </c:pt>
              </c:numCache>
              <c:extLst/>
            </c:numRef>
          </c:val>
          <c:extLst>
            <c:ext xmlns:c16="http://schemas.microsoft.com/office/drawing/2014/chart" uri="{C3380CC4-5D6E-409C-BE32-E72D297353CC}">
              <c16:uniqueId val="{00000001-8D88-47E1-B0D1-D665ED71A7A4}"/>
            </c:ext>
          </c:extLst>
        </c:ser>
        <c:dLbls>
          <c:dLblPos val="outEnd"/>
          <c:showLegendKey val="0"/>
          <c:showVal val="1"/>
          <c:showCatName val="0"/>
          <c:showSerName val="0"/>
          <c:showPercent val="0"/>
          <c:showBubbleSize val="0"/>
        </c:dLbls>
        <c:gapWidth val="219"/>
        <c:overlap val="-27"/>
        <c:axId val="1441884304"/>
        <c:axId val="1441885136"/>
      </c:barChart>
      <c:catAx>
        <c:axId val="1441884304"/>
        <c:scaling>
          <c:orientation val="minMax"/>
        </c:scaling>
        <c:delete val="1"/>
        <c:axPos val="b"/>
        <c:numFmt formatCode="General" sourceLinked="1"/>
        <c:majorTickMark val="none"/>
        <c:minorTickMark val="none"/>
        <c:tickLblPos val="nextTo"/>
        <c:crossAx val="1441885136"/>
        <c:crosses val="autoZero"/>
        <c:auto val="1"/>
        <c:lblAlgn val="ctr"/>
        <c:lblOffset val="100"/>
        <c:noMultiLvlLbl val="0"/>
      </c:catAx>
      <c:valAx>
        <c:axId val="1441885136"/>
        <c:scaling>
          <c:orientation val="minMax"/>
        </c:scaling>
        <c:delete val="1"/>
        <c:axPos val="l"/>
        <c:numFmt formatCode="General" sourceLinked="1"/>
        <c:majorTickMark val="none"/>
        <c:minorTickMark val="none"/>
        <c:tickLblPos val="nextTo"/>
        <c:crossAx val="1441884304"/>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lgn="l">
              <a:defRPr sz="1400" b="0" i="0" u="none" strike="noStrike" kern="1200" spc="0" baseline="0">
                <a:solidFill>
                  <a:schemeClr val="tx1">
                    <a:lumMod val="65000"/>
                    <a:lumOff val="35000"/>
                  </a:schemeClr>
                </a:solidFill>
                <a:latin typeface="+mn-lt"/>
                <a:ea typeface="+mn-ea"/>
                <a:cs typeface="+mn-cs"/>
              </a:defRPr>
            </a:pPr>
            <a:r>
              <a:rPr lang="en-ID" b="1" dirty="0">
                <a:solidFill>
                  <a:schemeClr val="accent5">
                    <a:lumMod val="75000"/>
                  </a:schemeClr>
                </a:solidFill>
              </a:rPr>
              <a:t>Order</a:t>
            </a:r>
            <a:r>
              <a:rPr lang="en-ID" b="1" baseline="0" dirty="0">
                <a:solidFill>
                  <a:schemeClr val="accent5">
                    <a:lumMod val="75000"/>
                  </a:schemeClr>
                </a:solidFill>
              </a:rPr>
              <a:t> Index </a:t>
            </a:r>
            <a:r>
              <a:rPr lang="en-ID" baseline="0" dirty="0"/>
              <a:t>| </a:t>
            </a:r>
            <a:r>
              <a:rPr lang="en-ID" b="1" baseline="0" dirty="0">
                <a:solidFill>
                  <a:schemeClr val="accent2"/>
                </a:solidFill>
              </a:rPr>
              <a:t>AOV Index</a:t>
            </a:r>
            <a:endParaRPr lang="en-ID" b="1" dirty="0">
              <a:solidFill>
                <a:schemeClr val="accent2"/>
              </a:solidFill>
            </a:endParaRPr>
          </a:p>
        </c:rich>
      </c:tx>
      <c:layout>
        <c:manualLayout>
          <c:xMode val="edge"/>
          <c:yMode val="edge"/>
          <c:x val="1.0178614077022762E-2"/>
          <c:y val="2.0851948212298445E-2"/>
        </c:manualLayout>
      </c:layout>
      <c:overlay val="0"/>
      <c:spPr>
        <a:noFill/>
        <a:ln>
          <a:noFill/>
        </a:ln>
        <a:effectLst/>
      </c:spPr>
      <c:txPr>
        <a:bodyPr rot="0" spcFirstLastPara="1" vertOverflow="ellipsis" vert="horz" wrap="square" anchor="ctr" anchorCtr="1"/>
        <a:lstStyle/>
        <a:p>
          <a:pPr algn="l">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19089414544656677"/>
          <c:y val="0.28391053014021816"/>
          <c:w val="0.76588377184132339"/>
          <c:h val="0.57790370143929537"/>
        </c:manualLayout>
      </c:layout>
      <c:scatterChart>
        <c:scatterStyle val="lineMarker"/>
        <c:varyColors val="0"/>
        <c:ser>
          <c:idx val="0"/>
          <c:order val="0"/>
          <c:tx>
            <c:strRef>
              <c:f>Sheet2!$AF$1</c:f>
              <c:strCache>
                <c:ptCount val="1"/>
                <c:pt idx="0">
                  <c:v>Order Index</c:v>
                </c:pt>
              </c:strCache>
            </c:strRef>
          </c:tx>
          <c:spPr>
            <a:ln w="25400" cap="rnd">
              <a:noFill/>
              <a:round/>
            </a:ln>
            <a:effectLst/>
          </c:spPr>
          <c:marker>
            <c:symbol val="circle"/>
            <c:size val="5"/>
            <c:spPr>
              <a:solidFill>
                <a:schemeClr val="accent1"/>
              </a:solidFill>
              <a:ln w="9525">
                <a:solidFill>
                  <a:schemeClr val="accent1"/>
                </a:solidFill>
              </a:ln>
              <a:effectLst/>
            </c:spPr>
          </c:marker>
          <c:errBars>
            <c:errDir val="x"/>
            <c:errBarType val="plus"/>
            <c:errValType val="cust"/>
            <c:noEndCap val="1"/>
            <c:plus>
              <c:numRef>
                <c:f>Sheet2!$AH$2:$AH$6</c:f>
                <c:numCache>
                  <c:formatCode>General</c:formatCode>
                  <c:ptCount val="5"/>
                  <c:pt idx="0">
                    <c:v>7.27</c:v>
                  </c:pt>
                  <c:pt idx="1">
                    <c:v>-6.04</c:v>
                  </c:pt>
                  <c:pt idx="2">
                    <c:v>-4.1100000000000003</c:v>
                  </c:pt>
                  <c:pt idx="3">
                    <c:v>-7.06</c:v>
                  </c:pt>
                  <c:pt idx="4">
                    <c:v>0.37</c:v>
                  </c:pt>
                </c:numCache>
              </c:numRef>
            </c:plus>
            <c:minus>
              <c:numLit>
                <c:formatCode>General</c:formatCode>
                <c:ptCount val="1"/>
                <c:pt idx="0">
                  <c:v>1</c:v>
                </c:pt>
              </c:numLit>
            </c:minus>
            <c:spPr>
              <a:noFill/>
              <a:ln w="28575" cap="flat" cmpd="sng" algn="ctr">
                <a:solidFill>
                  <a:schemeClr val="bg1">
                    <a:lumMod val="85000"/>
                  </a:schemeClr>
                </a:solidFill>
                <a:round/>
              </a:ln>
              <a:effectLst/>
            </c:spPr>
          </c:errBars>
          <c:xVal>
            <c:numRef>
              <c:f>Sheet2!$AF$2:$AF$6</c:f>
              <c:numCache>
                <c:formatCode>General</c:formatCode>
                <c:ptCount val="5"/>
                <c:pt idx="0">
                  <c:v>2.73</c:v>
                </c:pt>
                <c:pt idx="1">
                  <c:v>10</c:v>
                </c:pt>
                <c:pt idx="2">
                  <c:v>5.24</c:v>
                </c:pt>
                <c:pt idx="3">
                  <c:v>7.06</c:v>
                </c:pt>
                <c:pt idx="4">
                  <c:v>0</c:v>
                </c:pt>
              </c:numCache>
            </c:numRef>
          </c:xVal>
          <c:yVal>
            <c:numRef>
              <c:f>Sheet2!$AE$2:$AE$6</c:f>
              <c:numCache>
                <c:formatCode>General</c:formatCode>
                <c:ptCount val="5"/>
                <c:pt idx="0">
                  <c:v>5</c:v>
                </c:pt>
                <c:pt idx="1">
                  <c:v>4</c:v>
                </c:pt>
                <c:pt idx="2">
                  <c:v>3</c:v>
                </c:pt>
                <c:pt idx="3">
                  <c:v>2</c:v>
                </c:pt>
                <c:pt idx="4">
                  <c:v>1</c:v>
                </c:pt>
              </c:numCache>
            </c:numRef>
          </c:yVal>
          <c:smooth val="0"/>
          <c:extLst>
            <c:ext xmlns:c16="http://schemas.microsoft.com/office/drawing/2014/chart" uri="{C3380CC4-5D6E-409C-BE32-E72D297353CC}">
              <c16:uniqueId val="{00000000-DD7B-4A44-96D7-9F9DA32709DB}"/>
            </c:ext>
          </c:extLst>
        </c:ser>
        <c:ser>
          <c:idx val="1"/>
          <c:order val="1"/>
          <c:tx>
            <c:strRef>
              <c:f>Sheet2!$AG$1</c:f>
              <c:strCache>
                <c:ptCount val="1"/>
                <c:pt idx="0">
                  <c:v>AOV Index</c:v>
                </c:pt>
              </c:strCache>
            </c:strRef>
          </c:tx>
          <c:spPr>
            <a:ln w="25400" cap="rnd">
              <a:noFill/>
              <a:round/>
            </a:ln>
            <a:effectLst/>
          </c:spPr>
          <c:marker>
            <c:symbol val="circle"/>
            <c:size val="5"/>
            <c:spPr>
              <a:solidFill>
                <a:schemeClr val="accent2"/>
              </a:solidFill>
              <a:ln w="9525">
                <a:solidFill>
                  <a:schemeClr val="accent2"/>
                </a:solidFill>
              </a:ln>
              <a:effectLst/>
            </c:spPr>
          </c:marker>
          <c:xVal>
            <c:numRef>
              <c:f>Sheet2!$AG$2:$AG$6</c:f>
              <c:numCache>
                <c:formatCode>General</c:formatCode>
                <c:ptCount val="5"/>
                <c:pt idx="0">
                  <c:v>10</c:v>
                </c:pt>
                <c:pt idx="1">
                  <c:v>3.96</c:v>
                </c:pt>
                <c:pt idx="2">
                  <c:v>1.1299999999999999</c:v>
                </c:pt>
                <c:pt idx="3">
                  <c:v>0</c:v>
                </c:pt>
                <c:pt idx="4">
                  <c:v>0.37</c:v>
                </c:pt>
              </c:numCache>
            </c:numRef>
          </c:xVal>
          <c:yVal>
            <c:numRef>
              <c:f>Sheet2!$AE$2:$AE$6</c:f>
              <c:numCache>
                <c:formatCode>General</c:formatCode>
                <c:ptCount val="5"/>
                <c:pt idx="0">
                  <c:v>5</c:v>
                </c:pt>
                <c:pt idx="1">
                  <c:v>4</c:v>
                </c:pt>
                <c:pt idx="2">
                  <c:v>3</c:v>
                </c:pt>
                <c:pt idx="3">
                  <c:v>2</c:v>
                </c:pt>
                <c:pt idx="4">
                  <c:v>1</c:v>
                </c:pt>
              </c:numCache>
            </c:numRef>
          </c:yVal>
          <c:smooth val="0"/>
          <c:extLst>
            <c:ext xmlns:c16="http://schemas.microsoft.com/office/drawing/2014/chart" uri="{C3380CC4-5D6E-409C-BE32-E72D297353CC}">
              <c16:uniqueId val="{00000001-DD7B-4A44-96D7-9F9DA32709DB}"/>
            </c:ext>
          </c:extLst>
        </c:ser>
        <c:ser>
          <c:idx val="2"/>
          <c:order val="2"/>
          <c:tx>
            <c:strRef>
              <c:f>Sheet2!$AI$1</c:f>
              <c:strCache>
                <c:ptCount val="1"/>
                <c:pt idx="0">
                  <c:v>Names</c:v>
                </c:pt>
              </c:strCache>
            </c:strRef>
          </c:tx>
          <c:spPr>
            <a:ln w="25400" cap="rnd">
              <a:noFill/>
              <a:round/>
            </a:ln>
            <a:effectLst/>
          </c:spPr>
          <c:marker>
            <c:symbol val="circle"/>
            <c:size val="5"/>
            <c:spPr>
              <a:noFill/>
              <a:ln w="9525">
                <a:noFill/>
              </a:ln>
              <a:effectLst/>
            </c:spPr>
          </c:marker>
          <c:dLbls>
            <c:dLbl>
              <c:idx val="0"/>
              <c:tx>
                <c:rich>
                  <a:bodyPr/>
                  <a:lstStyle/>
                  <a:p>
                    <a:fld id="{A10ED5D5-C71C-4197-93DB-1E342FE86D0B}" type="CELLRANGE">
                      <a:rPr lang="en-US"/>
                      <a:pPr/>
                      <a:t>[CELLRANGE]</a:t>
                    </a:fld>
                    <a:endParaRPr lang="en-ID"/>
                  </a:p>
                </c:rich>
              </c:tx>
              <c:dLblPos val="l"/>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2-DD7B-4A44-96D7-9F9DA32709DB}"/>
                </c:ext>
              </c:extLst>
            </c:dLbl>
            <c:dLbl>
              <c:idx val="1"/>
              <c:tx>
                <c:rich>
                  <a:bodyPr/>
                  <a:lstStyle/>
                  <a:p>
                    <a:fld id="{04ECEDB4-9638-4531-A888-3FE13977CEC1}" type="CELLRANGE">
                      <a:rPr lang="en-ID"/>
                      <a:pPr/>
                      <a:t>[CELLRANGE]</a:t>
                    </a:fld>
                    <a:endParaRPr lang="en-ID"/>
                  </a:p>
                </c:rich>
              </c:tx>
              <c:dLblPos val="l"/>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3-DD7B-4A44-96D7-9F9DA32709DB}"/>
                </c:ext>
              </c:extLst>
            </c:dLbl>
            <c:dLbl>
              <c:idx val="2"/>
              <c:tx>
                <c:rich>
                  <a:bodyPr/>
                  <a:lstStyle/>
                  <a:p>
                    <a:fld id="{622B9F0C-8A02-46DC-BE35-7E09ADDB6A8F}" type="CELLRANGE">
                      <a:rPr lang="en-ID"/>
                      <a:pPr/>
                      <a:t>[CELLRANGE]</a:t>
                    </a:fld>
                    <a:endParaRPr lang="en-ID"/>
                  </a:p>
                </c:rich>
              </c:tx>
              <c:dLblPos val="l"/>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4-DD7B-4A44-96D7-9F9DA32709DB}"/>
                </c:ext>
              </c:extLst>
            </c:dLbl>
            <c:dLbl>
              <c:idx val="3"/>
              <c:tx>
                <c:rich>
                  <a:bodyPr/>
                  <a:lstStyle/>
                  <a:p>
                    <a:fld id="{C8A04130-7184-4ADB-ABC1-039C4E534BBA}" type="CELLRANGE">
                      <a:rPr lang="en-ID"/>
                      <a:pPr/>
                      <a:t>[CELLRANGE]</a:t>
                    </a:fld>
                    <a:endParaRPr lang="en-ID"/>
                  </a:p>
                </c:rich>
              </c:tx>
              <c:dLblPos val="l"/>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5-DD7B-4A44-96D7-9F9DA32709DB}"/>
                </c:ext>
              </c:extLst>
            </c:dLbl>
            <c:dLbl>
              <c:idx val="4"/>
              <c:tx>
                <c:rich>
                  <a:bodyPr/>
                  <a:lstStyle/>
                  <a:p>
                    <a:fld id="{F390AFB4-D7DB-4859-BA59-51D66F59EE46}" type="CELLRANGE">
                      <a:rPr lang="en-ID"/>
                      <a:pPr/>
                      <a:t>[CELLRANGE]</a:t>
                    </a:fld>
                    <a:endParaRPr lang="en-ID"/>
                  </a:p>
                </c:rich>
              </c:tx>
              <c:dLblPos val="l"/>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6-DD7B-4A44-96D7-9F9DA32709DB}"/>
                </c:ext>
              </c:extLst>
            </c:dLbl>
            <c:spPr>
              <a:noFill/>
              <a:ln>
                <a:noFill/>
              </a:ln>
              <a:effectLst/>
            </c:spPr>
            <c:txPr>
              <a:bodyPr rot="0" spcFirstLastPara="1" vertOverflow="ellipsis" vert="horz" wrap="square" lIns="38100" tIns="19050" rIns="38100" bIns="19050" anchor="ctr" anchorCtr="0">
                <a:spAutoFit/>
              </a:bodyPr>
              <a:lstStyle/>
              <a:p>
                <a:pPr algn="l">
                  <a:defRPr sz="900" b="0" i="0" u="none" strike="noStrike" kern="1200" baseline="0">
                    <a:solidFill>
                      <a:schemeClr val="tx1">
                        <a:lumMod val="75000"/>
                        <a:lumOff val="25000"/>
                      </a:schemeClr>
                    </a:solidFill>
                    <a:latin typeface="+mn-lt"/>
                    <a:ea typeface="+mn-ea"/>
                    <a:cs typeface="+mn-cs"/>
                  </a:defRPr>
                </a:pPr>
                <a:endParaRPr lang="en-US"/>
              </a:p>
            </c:txPr>
            <c:dLblPos val="l"/>
            <c:showLegendKey val="0"/>
            <c:showVal val="0"/>
            <c:showCatName val="0"/>
            <c:showSerName val="0"/>
            <c:showPercent val="0"/>
            <c:showBubbleSize val="0"/>
            <c:showLeaderLines val="0"/>
            <c:extLst>
              <c:ext xmlns:c15="http://schemas.microsoft.com/office/drawing/2012/chart" uri="{CE6537A1-D6FC-4f65-9D91-7224C49458BB}">
                <c15:showDataLabelsRange val="1"/>
                <c15:showLeaderLines val="1"/>
                <c15:leaderLines>
                  <c:spPr>
                    <a:ln w="9525" cap="flat" cmpd="sng" algn="ctr">
                      <a:solidFill>
                        <a:schemeClr val="tx1">
                          <a:lumMod val="35000"/>
                          <a:lumOff val="65000"/>
                        </a:schemeClr>
                      </a:solidFill>
                      <a:round/>
                    </a:ln>
                    <a:effectLst/>
                  </c:spPr>
                </c15:leaderLines>
              </c:ext>
            </c:extLst>
          </c:dLbls>
          <c:xVal>
            <c:numRef>
              <c:f>Sheet2!$AI$2:$AI$6</c:f>
              <c:numCache>
                <c:formatCode>General</c:formatCode>
                <c:ptCount val="5"/>
                <c:pt idx="0">
                  <c:v>0</c:v>
                </c:pt>
                <c:pt idx="1">
                  <c:v>0</c:v>
                </c:pt>
                <c:pt idx="2">
                  <c:v>0</c:v>
                </c:pt>
                <c:pt idx="3">
                  <c:v>0</c:v>
                </c:pt>
                <c:pt idx="4">
                  <c:v>0</c:v>
                </c:pt>
              </c:numCache>
            </c:numRef>
          </c:xVal>
          <c:yVal>
            <c:numRef>
              <c:f>Sheet2!$AE$2:$AE$6</c:f>
              <c:numCache>
                <c:formatCode>General</c:formatCode>
                <c:ptCount val="5"/>
                <c:pt idx="0">
                  <c:v>5</c:v>
                </c:pt>
                <c:pt idx="1">
                  <c:v>4</c:v>
                </c:pt>
                <c:pt idx="2">
                  <c:v>3</c:v>
                </c:pt>
                <c:pt idx="3">
                  <c:v>2</c:v>
                </c:pt>
                <c:pt idx="4">
                  <c:v>1</c:v>
                </c:pt>
              </c:numCache>
            </c:numRef>
          </c:yVal>
          <c:smooth val="0"/>
          <c:extLst>
            <c:ext xmlns:c15="http://schemas.microsoft.com/office/drawing/2012/chart" uri="{02D57815-91ED-43cb-92C2-25804820EDAC}">
              <c15:datalabelsRange>
                <c15:f>Sheet2!$AD$2:$AD$6</c15:f>
                <c15:dlblRangeCache>
                  <c:ptCount val="5"/>
                  <c:pt idx="0">
                    <c:v>Handbags</c:v>
                  </c:pt>
                  <c:pt idx="1">
                    <c:v>Shoes</c:v>
                  </c:pt>
                  <c:pt idx="2">
                    <c:v>Ready-to-Wear</c:v>
                  </c:pt>
                  <c:pt idx="3">
                    <c:v>Accessories</c:v>
                  </c:pt>
                  <c:pt idx="4">
                    <c:v>Small Leather Goods</c:v>
                  </c:pt>
                </c15:dlblRangeCache>
              </c15:datalabelsRange>
            </c:ext>
            <c:ext xmlns:c16="http://schemas.microsoft.com/office/drawing/2014/chart" uri="{C3380CC4-5D6E-409C-BE32-E72D297353CC}">
              <c16:uniqueId val="{00000007-DD7B-4A44-96D7-9F9DA32709DB}"/>
            </c:ext>
          </c:extLst>
        </c:ser>
        <c:dLbls>
          <c:showLegendKey val="0"/>
          <c:showVal val="0"/>
          <c:showCatName val="0"/>
          <c:showSerName val="0"/>
          <c:showPercent val="0"/>
          <c:showBubbleSize val="0"/>
        </c:dLbls>
        <c:axId val="1114322943"/>
        <c:axId val="1114320863"/>
      </c:scatterChart>
      <c:valAx>
        <c:axId val="1114322943"/>
        <c:scaling>
          <c:orientation val="minMax"/>
          <c:max val="10"/>
        </c:scaling>
        <c:delete val="0"/>
        <c:axPos val="t"/>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1" i="0" u="none" strike="noStrike" kern="1200" baseline="0">
                <a:solidFill>
                  <a:schemeClr val="tx1">
                    <a:lumMod val="65000"/>
                    <a:lumOff val="35000"/>
                  </a:schemeClr>
                </a:solidFill>
                <a:latin typeface="+mn-lt"/>
                <a:ea typeface="+mn-ea"/>
                <a:cs typeface="+mn-cs"/>
              </a:defRPr>
            </a:pPr>
            <a:endParaRPr lang="en-US"/>
          </a:p>
        </c:txPr>
        <c:crossAx val="1114320863"/>
        <c:crosses val="max"/>
        <c:crossBetween val="midCat"/>
      </c:valAx>
      <c:valAx>
        <c:axId val="1114320863"/>
        <c:scaling>
          <c:orientation val="minMax"/>
        </c:scaling>
        <c:delete val="1"/>
        <c:axPos val="l"/>
        <c:numFmt formatCode="General" sourceLinked="1"/>
        <c:majorTickMark val="none"/>
        <c:minorTickMark val="none"/>
        <c:tickLblPos val="nextTo"/>
        <c:crossAx val="1114322943"/>
        <c:crosses val="autoZero"/>
        <c:crossBetween val="midCat"/>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lgn="l">
              <a:defRPr sz="1400" b="0" i="0" u="none" strike="noStrike" kern="1200" spc="0" baseline="0">
                <a:solidFill>
                  <a:schemeClr val="tx1">
                    <a:lumMod val="65000"/>
                    <a:lumOff val="35000"/>
                  </a:schemeClr>
                </a:solidFill>
                <a:latin typeface="+mn-lt"/>
                <a:ea typeface="+mn-ea"/>
                <a:cs typeface="+mn-cs"/>
              </a:defRPr>
            </a:pPr>
            <a:r>
              <a:rPr lang="en-ID" sz="1400" b="1" i="0" u="none" strike="noStrike" baseline="0" dirty="0">
                <a:solidFill>
                  <a:schemeClr val="accent1"/>
                </a:solidFill>
              </a:rPr>
              <a:t>Net Revenue </a:t>
            </a:r>
            <a:r>
              <a:rPr lang="en-ID" sz="1400" b="1" i="0" u="none" strike="noStrike" baseline="0" dirty="0">
                <a:solidFill>
                  <a:schemeClr val="tx1"/>
                </a:solidFill>
              </a:rPr>
              <a:t>per Category</a:t>
            </a:r>
            <a:endParaRPr lang="en-US" b="1" dirty="0">
              <a:solidFill>
                <a:schemeClr val="tx1"/>
              </a:solidFill>
            </a:endParaRPr>
          </a:p>
        </c:rich>
      </c:tx>
      <c:layout>
        <c:manualLayout>
          <c:xMode val="edge"/>
          <c:yMode val="edge"/>
          <c:x val="3.1744230144311464E-2"/>
          <c:y val="0.2200552544689699"/>
        </c:manualLayout>
      </c:layout>
      <c:overlay val="0"/>
      <c:spPr>
        <a:noFill/>
        <a:ln>
          <a:noFill/>
        </a:ln>
        <a:effectLst/>
      </c:spPr>
      <c:txPr>
        <a:bodyPr rot="0" spcFirstLastPara="1" vertOverflow="ellipsis" vert="horz" wrap="square" anchor="ctr" anchorCtr="1"/>
        <a:lstStyle/>
        <a:p>
          <a:pPr algn="l">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25012357830271215"/>
          <c:y val="0.34429381222984234"/>
          <c:w val="0.7193208661417323"/>
          <c:h val="0.56405916285882196"/>
        </c:manualLayout>
      </c:layout>
      <c:barChart>
        <c:barDir val="bar"/>
        <c:grouping val="clustered"/>
        <c:varyColors val="0"/>
        <c:ser>
          <c:idx val="0"/>
          <c:order val="0"/>
          <c:tx>
            <c:strRef>
              <c:f>Sheet2!$P$11</c:f>
              <c:strCache>
                <c:ptCount val="1"/>
                <c:pt idx="0">
                  <c:v>Net Revenue</c:v>
                </c:pt>
              </c:strCache>
            </c:strRef>
          </c:tx>
          <c:spPr>
            <a:solidFill>
              <a:schemeClr val="accent1"/>
            </a:solidFill>
            <a:ln>
              <a:noFill/>
            </a:ln>
            <a:effectLst/>
          </c:spPr>
          <c:invertIfNegative val="0"/>
          <c:dPt>
            <c:idx val="1"/>
            <c:invertIfNegative val="0"/>
            <c:bubble3D val="0"/>
            <c:spPr>
              <a:solidFill>
                <a:schemeClr val="accent1">
                  <a:lumMod val="60000"/>
                  <a:lumOff val="40000"/>
                </a:schemeClr>
              </a:solidFill>
              <a:ln>
                <a:noFill/>
              </a:ln>
              <a:effectLst/>
            </c:spPr>
            <c:extLst>
              <c:ext xmlns:c16="http://schemas.microsoft.com/office/drawing/2014/chart" uri="{C3380CC4-5D6E-409C-BE32-E72D297353CC}">
                <c16:uniqueId val="{00000001-0233-4D6D-9567-1A00B477ED9D}"/>
              </c:ext>
            </c:extLst>
          </c:dPt>
          <c:dPt>
            <c:idx val="2"/>
            <c:invertIfNegative val="0"/>
            <c:bubble3D val="0"/>
            <c:spPr>
              <a:solidFill>
                <a:schemeClr val="accent1">
                  <a:lumMod val="60000"/>
                  <a:lumOff val="40000"/>
                </a:schemeClr>
              </a:solidFill>
              <a:ln>
                <a:noFill/>
              </a:ln>
              <a:effectLst/>
            </c:spPr>
            <c:extLst>
              <c:ext xmlns:c16="http://schemas.microsoft.com/office/drawing/2014/chart" uri="{C3380CC4-5D6E-409C-BE32-E72D297353CC}">
                <c16:uniqueId val="{00000002-0233-4D6D-9567-1A00B477ED9D}"/>
              </c:ext>
            </c:extLst>
          </c:dPt>
          <c:dPt>
            <c:idx val="3"/>
            <c:invertIfNegative val="0"/>
            <c:bubble3D val="0"/>
            <c:spPr>
              <a:solidFill>
                <a:schemeClr val="accent1">
                  <a:lumMod val="60000"/>
                  <a:lumOff val="40000"/>
                </a:schemeClr>
              </a:solidFill>
              <a:ln>
                <a:noFill/>
              </a:ln>
              <a:effectLst/>
            </c:spPr>
            <c:extLst>
              <c:ext xmlns:c16="http://schemas.microsoft.com/office/drawing/2014/chart" uri="{C3380CC4-5D6E-409C-BE32-E72D297353CC}">
                <c16:uniqueId val="{00000003-0233-4D6D-9567-1A00B477ED9D}"/>
              </c:ext>
            </c:extLst>
          </c:dPt>
          <c:dPt>
            <c:idx val="4"/>
            <c:invertIfNegative val="0"/>
            <c:bubble3D val="0"/>
            <c:spPr>
              <a:solidFill>
                <a:schemeClr val="accent5">
                  <a:lumMod val="60000"/>
                  <a:lumOff val="40000"/>
                </a:schemeClr>
              </a:solidFill>
              <a:ln>
                <a:noFill/>
              </a:ln>
              <a:effectLst/>
            </c:spPr>
            <c:extLst>
              <c:ext xmlns:c16="http://schemas.microsoft.com/office/drawing/2014/chart" uri="{C3380CC4-5D6E-409C-BE32-E72D297353CC}">
                <c16:uniqueId val="{00000004-0233-4D6D-9567-1A00B477ED9D}"/>
              </c:ext>
            </c:extLst>
          </c:dPt>
          <c:dLbls>
            <c:dLbl>
              <c:idx val="0"/>
              <c:numFmt formatCode="&quot;Rp&quot;0.000,,,\ &quot;B&quot;" sourceLinked="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6="http://schemas.microsoft.com/office/drawing/2014/chart" uri="{C3380CC4-5D6E-409C-BE32-E72D297353CC}">
                  <c16:uniqueId val="{00000000-0233-4D6D-9567-1A00B477ED9D}"/>
                </c:ext>
              </c:extLst>
            </c:dLbl>
            <c:dLbl>
              <c:idx val="1"/>
              <c:numFmt formatCode="&quot;Rp&quot;0.000,,,\ &quot;B&quot;" sourceLinked="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6="http://schemas.microsoft.com/office/drawing/2014/chart" uri="{C3380CC4-5D6E-409C-BE32-E72D297353CC}">
                  <c16:uniqueId val="{00000001-0233-4D6D-9567-1A00B477ED9D}"/>
                </c:ext>
              </c:extLst>
            </c:dLbl>
            <c:numFmt formatCode="&quot;Rp&quot;0.00,,\ &quot;M&quot;" sourceLinked="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Sheet2!$O$12:$O$16</c:f>
              <c:strCache>
                <c:ptCount val="5"/>
                <c:pt idx="0">
                  <c:v>Handbags</c:v>
                </c:pt>
                <c:pt idx="1">
                  <c:v>Shoes</c:v>
                </c:pt>
                <c:pt idx="2">
                  <c:v>Ready-to-Wear</c:v>
                </c:pt>
                <c:pt idx="3">
                  <c:v>Accessories</c:v>
                </c:pt>
                <c:pt idx="4">
                  <c:v>Small Leather Goods</c:v>
                </c:pt>
              </c:strCache>
            </c:strRef>
          </c:cat>
          <c:val>
            <c:numRef>
              <c:f>Sheet2!$P$12:$P$16</c:f>
              <c:numCache>
                <c:formatCode>General</c:formatCode>
                <c:ptCount val="5"/>
                <c:pt idx="0">
                  <c:v>2988388000</c:v>
                </c:pt>
                <c:pt idx="1">
                  <c:v>2146329000</c:v>
                </c:pt>
                <c:pt idx="2">
                  <c:v>884251000</c:v>
                </c:pt>
                <c:pt idx="3">
                  <c:v>558248000</c:v>
                </c:pt>
                <c:pt idx="4">
                  <c:v>449619000</c:v>
                </c:pt>
              </c:numCache>
            </c:numRef>
          </c:val>
          <c:extLst>
            <c:ext xmlns:c16="http://schemas.microsoft.com/office/drawing/2014/chart" uri="{C3380CC4-5D6E-409C-BE32-E72D297353CC}">
              <c16:uniqueId val="{00000005-0233-4D6D-9567-1A00B477ED9D}"/>
            </c:ext>
          </c:extLst>
        </c:ser>
        <c:dLbls>
          <c:dLblPos val="outEnd"/>
          <c:showLegendKey val="0"/>
          <c:showVal val="1"/>
          <c:showCatName val="0"/>
          <c:showSerName val="0"/>
          <c:showPercent val="0"/>
          <c:showBubbleSize val="0"/>
        </c:dLbls>
        <c:gapWidth val="182"/>
        <c:axId val="1093320767"/>
        <c:axId val="1093325759"/>
      </c:barChart>
      <c:catAx>
        <c:axId val="1093320767"/>
        <c:scaling>
          <c:orientation val="maxMin"/>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093325759"/>
        <c:crosses val="autoZero"/>
        <c:auto val="1"/>
        <c:lblAlgn val="ctr"/>
        <c:lblOffset val="100"/>
        <c:noMultiLvlLbl val="0"/>
      </c:catAx>
      <c:valAx>
        <c:axId val="1093325759"/>
        <c:scaling>
          <c:orientation val="minMax"/>
        </c:scaling>
        <c:delete val="1"/>
        <c:axPos val="t"/>
        <c:numFmt formatCode="0.00,,,\ &quot;B&quot;" sourceLinked="0"/>
        <c:majorTickMark val="none"/>
        <c:minorTickMark val="none"/>
        <c:tickLblPos val="nextTo"/>
        <c:crossAx val="1093320767"/>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lgn="l">
              <a:defRPr sz="1400" b="0" i="0" u="none" strike="noStrike" kern="1200" spc="0" baseline="0">
                <a:solidFill>
                  <a:schemeClr val="tx1">
                    <a:lumMod val="65000"/>
                    <a:lumOff val="35000"/>
                  </a:schemeClr>
                </a:solidFill>
                <a:latin typeface="+mn-lt"/>
                <a:ea typeface="+mn-ea"/>
                <a:cs typeface="+mn-cs"/>
              </a:defRPr>
            </a:pPr>
            <a:r>
              <a:rPr lang="en-ID" b="1" dirty="0" err="1"/>
              <a:t>By</a:t>
            </a:r>
            <a:r>
              <a:rPr lang="en-ID" b="1" dirty="0"/>
              <a:t> </a:t>
            </a:r>
            <a:r>
              <a:rPr lang="en-ID" b="1" dirty="0" err="1"/>
              <a:t>Month</a:t>
            </a:r>
            <a:endParaRPr lang="en-ID" b="1" dirty="0"/>
          </a:p>
          <a:p>
            <a:pPr algn="l">
              <a:defRPr/>
            </a:pPr>
            <a:r>
              <a:rPr lang="en-ID" b="1" dirty="0">
                <a:solidFill>
                  <a:schemeClr val="accent1"/>
                </a:solidFill>
              </a:rPr>
              <a:t>Net</a:t>
            </a:r>
            <a:r>
              <a:rPr lang="en-ID" b="1" baseline="0" dirty="0">
                <a:solidFill>
                  <a:schemeClr val="accent1"/>
                </a:solidFill>
              </a:rPr>
              <a:t> Revenue </a:t>
            </a:r>
            <a:r>
              <a:rPr lang="en-ID" baseline="0" dirty="0"/>
              <a:t>| </a:t>
            </a:r>
            <a:r>
              <a:rPr lang="en-ID" b="1" baseline="0" dirty="0">
                <a:solidFill>
                  <a:schemeClr val="accent2"/>
                </a:solidFill>
              </a:rPr>
              <a:t>Discount Rate</a:t>
            </a:r>
            <a:endParaRPr lang="en-ID" b="1" dirty="0">
              <a:solidFill>
                <a:schemeClr val="accent2"/>
              </a:solidFill>
            </a:endParaRPr>
          </a:p>
        </c:rich>
      </c:tx>
      <c:layout>
        <c:manualLayout>
          <c:xMode val="edge"/>
          <c:yMode val="edge"/>
          <c:x val="2.2597112860892409E-2"/>
          <c:y val="2.7777777777777776E-2"/>
        </c:manualLayout>
      </c:layout>
      <c:overlay val="0"/>
      <c:spPr>
        <a:noFill/>
        <a:ln>
          <a:noFill/>
        </a:ln>
        <a:effectLst/>
      </c:spPr>
      <c:txPr>
        <a:bodyPr rot="0" spcFirstLastPara="1" vertOverflow="ellipsis" vert="horz" wrap="square" anchor="ctr" anchorCtr="1"/>
        <a:lstStyle/>
        <a:p>
          <a:pPr algn="l">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Sheet2!$BL$1</c:f>
              <c:strCache>
                <c:ptCount val="1"/>
                <c:pt idx="0">
                  <c:v>Net Revenue</c:v>
                </c:pt>
              </c:strCache>
            </c:strRef>
          </c:tx>
          <c:spPr>
            <a:solidFill>
              <a:schemeClr val="accent5"/>
            </a:solidFill>
            <a:ln>
              <a:noFill/>
            </a:ln>
            <a:effectLst/>
          </c:spPr>
          <c:invertIfNegative val="0"/>
          <c:dPt>
            <c:idx val="4"/>
            <c:invertIfNegative val="0"/>
            <c:bubble3D val="0"/>
            <c:spPr>
              <a:solidFill>
                <a:schemeClr val="accent1"/>
              </a:solidFill>
              <a:ln>
                <a:noFill/>
              </a:ln>
              <a:effectLst/>
            </c:spPr>
            <c:extLst>
              <c:ext xmlns:c16="http://schemas.microsoft.com/office/drawing/2014/chart" uri="{C3380CC4-5D6E-409C-BE32-E72D297353CC}">
                <c16:uniqueId val="{00000001-5D61-4517-83B6-CD0DCC2EA1B6}"/>
              </c:ext>
            </c:extLst>
          </c:dPt>
          <c:dLbls>
            <c:dLbl>
              <c:idx val="4"/>
              <c:layout>
                <c:manualLayout>
                  <c:x val="0"/>
                  <c:y val="0.16196777486147565"/>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5D61-4517-83B6-CD0DCC2EA1B6}"/>
                </c:ext>
              </c:extLst>
            </c:dLbl>
            <c:numFmt formatCode="&quot;Rp&quot;0.000,,,\ &quot;B&quot;" sourceLinked="0"/>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bg1"/>
                    </a:solidFill>
                    <a:latin typeface="+mn-lt"/>
                    <a:ea typeface="+mn-ea"/>
                    <a:cs typeface="+mn-cs"/>
                  </a:defRPr>
                </a:pPr>
                <a:endParaRPr lang="en-US"/>
              </a:p>
            </c:txPr>
            <c:dLblPos val="inEnd"/>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Sheet2!$BK$2:$BK$7</c:f>
              <c:strCache>
                <c:ptCount val="6"/>
                <c:pt idx="0">
                  <c:v>January</c:v>
                </c:pt>
                <c:pt idx="1">
                  <c:v>February</c:v>
                </c:pt>
                <c:pt idx="2">
                  <c:v>March</c:v>
                </c:pt>
                <c:pt idx="3">
                  <c:v>April</c:v>
                </c:pt>
                <c:pt idx="4">
                  <c:v>May</c:v>
                </c:pt>
                <c:pt idx="5">
                  <c:v>June</c:v>
                </c:pt>
              </c:strCache>
            </c:strRef>
          </c:cat>
          <c:val>
            <c:numRef>
              <c:f>Sheet2!$BL$2:$BL$7</c:f>
              <c:numCache>
                <c:formatCode>General</c:formatCode>
                <c:ptCount val="6"/>
                <c:pt idx="0">
                  <c:v>1187879500</c:v>
                </c:pt>
                <c:pt idx="1">
                  <c:v>1111954000</c:v>
                </c:pt>
                <c:pt idx="2">
                  <c:v>1173221500</c:v>
                </c:pt>
                <c:pt idx="3">
                  <c:v>1221699000</c:v>
                </c:pt>
                <c:pt idx="4">
                  <c:v>1132358500</c:v>
                </c:pt>
                <c:pt idx="5">
                  <c:v>1199722500</c:v>
                </c:pt>
              </c:numCache>
            </c:numRef>
          </c:val>
          <c:extLst>
            <c:ext xmlns:c16="http://schemas.microsoft.com/office/drawing/2014/chart" uri="{C3380CC4-5D6E-409C-BE32-E72D297353CC}">
              <c16:uniqueId val="{00000002-5D61-4517-83B6-CD0DCC2EA1B6}"/>
            </c:ext>
          </c:extLst>
        </c:ser>
        <c:dLbls>
          <c:showLegendKey val="0"/>
          <c:showVal val="0"/>
          <c:showCatName val="0"/>
          <c:showSerName val="0"/>
          <c:showPercent val="0"/>
          <c:showBubbleSize val="0"/>
        </c:dLbls>
        <c:gapWidth val="75"/>
        <c:overlap val="-25"/>
        <c:axId val="967265679"/>
        <c:axId val="967263183"/>
      </c:barChart>
      <c:lineChart>
        <c:grouping val="standard"/>
        <c:varyColors val="0"/>
        <c:ser>
          <c:idx val="1"/>
          <c:order val="1"/>
          <c:tx>
            <c:strRef>
              <c:f>Sheet2!$BM$1</c:f>
              <c:strCache>
                <c:ptCount val="1"/>
                <c:pt idx="0">
                  <c:v>Discount Rate</c:v>
                </c:pt>
              </c:strCache>
            </c:strRef>
          </c:tx>
          <c:spPr>
            <a:ln w="28575" cap="rnd">
              <a:solidFill>
                <a:schemeClr val="accent2">
                  <a:lumMod val="60000"/>
                  <a:lumOff val="40000"/>
                </a:schemeClr>
              </a:solidFill>
              <a:round/>
            </a:ln>
            <a:effectLst/>
          </c:spPr>
          <c:marker>
            <c:symbol val="none"/>
          </c:marker>
          <c:dPt>
            <c:idx val="3"/>
            <c:marker>
              <c:symbol val="circle"/>
              <c:size val="5"/>
              <c:spPr>
                <a:solidFill>
                  <a:schemeClr val="accent2"/>
                </a:solidFill>
                <a:ln w="9525">
                  <a:solidFill>
                    <a:schemeClr val="accent2"/>
                  </a:solidFill>
                </a:ln>
                <a:effectLst/>
              </c:spPr>
            </c:marker>
            <c:bubble3D val="0"/>
            <c:extLst>
              <c:ext xmlns:c16="http://schemas.microsoft.com/office/drawing/2014/chart" uri="{C3380CC4-5D6E-409C-BE32-E72D297353CC}">
                <c16:uniqueId val="{00000004-829B-4CB2-97E4-6EB99713C8E6}"/>
              </c:ext>
            </c:extLst>
          </c:dPt>
          <c:dPt>
            <c:idx val="4"/>
            <c:marker>
              <c:symbol val="circle"/>
              <c:size val="5"/>
              <c:spPr>
                <a:solidFill>
                  <a:schemeClr val="accent2"/>
                </a:solidFill>
                <a:ln w="9525">
                  <a:solidFill>
                    <a:schemeClr val="accent2"/>
                  </a:solidFill>
                </a:ln>
                <a:effectLst/>
              </c:spPr>
            </c:marker>
            <c:bubble3D val="0"/>
            <c:spPr>
              <a:ln w="28575" cap="rnd">
                <a:solidFill>
                  <a:schemeClr val="accent2"/>
                </a:solidFill>
                <a:round/>
              </a:ln>
              <a:effectLst/>
            </c:spPr>
            <c:extLst>
              <c:ext xmlns:c16="http://schemas.microsoft.com/office/drawing/2014/chart" uri="{C3380CC4-5D6E-409C-BE32-E72D297353CC}">
                <c16:uniqueId val="{00000004-5D61-4517-83B6-CD0DCC2EA1B6}"/>
              </c:ext>
            </c:extLst>
          </c:dPt>
          <c:dLbls>
            <c:dLbl>
              <c:idx val="4"/>
              <c:dLblPos val="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5D61-4517-83B6-CD0DCC2EA1B6}"/>
                </c:ext>
              </c:extLst>
            </c:dLbl>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t"/>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Sheet2!$BK$2:$BK$7</c:f>
              <c:strCache>
                <c:ptCount val="6"/>
                <c:pt idx="0">
                  <c:v>January</c:v>
                </c:pt>
                <c:pt idx="1">
                  <c:v>February</c:v>
                </c:pt>
                <c:pt idx="2">
                  <c:v>March</c:v>
                </c:pt>
                <c:pt idx="3">
                  <c:v>April</c:v>
                </c:pt>
                <c:pt idx="4">
                  <c:v>May</c:v>
                </c:pt>
                <c:pt idx="5">
                  <c:v>June</c:v>
                </c:pt>
              </c:strCache>
            </c:strRef>
          </c:cat>
          <c:val>
            <c:numRef>
              <c:f>Sheet2!$BM$2:$BM$7</c:f>
              <c:numCache>
                <c:formatCode>0.00%</c:formatCode>
                <c:ptCount val="6"/>
                <c:pt idx="0">
                  <c:v>3.1065336720598354E-2</c:v>
                </c:pt>
                <c:pt idx="1">
                  <c:v>3.5267967142227512E-2</c:v>
                </c:pt>
                <c:pt idx="2">
                  <c:v>3.5548891439995629E-2</c:v>
                </c:pt>
                <c:pt idx="3">
                  <c:v>3.9179215990990279E-2</c:v>
                </c:pt>
                <c:pt idx="4">
                  <c:v>4.3991994701407515E-2</c:v>
                </c:pt>
                <c:pt idx="5">
                  <c:v>4.0267683258276905E-2</c:v>
                </c:pt>
              </c:numCache>
            </c:numRef>
          </c:val>
          <c:smooth val="0"/>
          <c:extLst>
            <c:ext xmlns:c16="http://schemas.microsoft.com/office/drawing/2014/chart" uri="{C3380CC4-5D6E-409C-BE32-E72D297353CC}">
              <c16:uniqueId val="{00000005-5D61-4517-83B6-CD0DCC2EA1B6}"/>
            </c:ext>
          </c:extLst>
        </c:ser>
        <c:dLbls>
          <c:showLegendKey val="0"/>
          <c:showVal val="0"/>
          <c:showCatName val="0"/>
          <c:showSerName val="0"/>
          <c:showPercent val="0"/>
          <c:showBubbleSize val="0"/>
        </c:dLbls>
        <c:marker val="1"/>
        <c:smooth val="0"/>
        <c:axId val="967264015"/>
        <c:axId val="967262351"/>
      </c:lineChart>
      <c:catAx>
        <c:axId val="967265679"/>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67263183"/>
        <c:crosses val="autoZero"/>
        <c:auto val="1"/>
        <c:lblAlgn val="ctr"/>
        <c:lblOffset val="100"/>
        <c:noMultiLvlLbl val="0"/>
      </c:catAx>
      <c:valAx>
        <c:axId val="967263183"/>
        <c:scaling>
          <c:orientation val="minMax"/>
          <c:min val="0"/>
        </c:scaling>
        <c:delete val="0"/>
        <c:axPos val="l"/>
        <c:numFmt formatCode="0.000,,,\ &quot;B&quot;" sourceLinked="0"/>
        <c:majorTickMark val="none"/>
        <c:minorTickMark val="none"/>
        <c:tickLblPos val="none"/>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67265679"/>
        <c:crosses val="autoZero"/>
        <c:crossBetween val="between"/>
      </c:valAx>
      <c:valAx>
        <c:axId val="967262351"/>
        <c:scaling>
          <c:orientation val="minMax"/>
        </c:scaling>
        <c:delete val="0"/>
        <c:axPos val="r"/>
        <c:numFmt formatCode="0.00%" sourceLinked="1"/>
        <c:majorTickMark val="none"/>
        <c:minorTickMark val="none"/>
        <c:tickLblPos val="none"/>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67264015"/>
        <c:crosses val="max"/>
        <c:crossBetween val="between"/>
      </c:valAx>
      <c:catAx>
        <c:axId val="967264015"/>
        <c:scaling>
          <c:orientation val="minMax"/>
        </c:scaling>
        <c:delete val="1"/>
        <c:axPos val="b"/>
        <c:numFmt formatCode="General" sourceLinked="1"/>
        <c:majorTickMark val="none"/>
        <c:minorTickMark val="none"/>
        <c:tickLblPos val="nextTo"/>
        <c:crossAx val="967262351"/>
        <c:crosses val="autoZero"/>
        <c:auto val="1"/>
        <c:lblAlgn val="ctr"/>
        <c:lblOffset val="100"/>
        <c:noMultiLvlLbl val="0"/>
      </c:cat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lgn="l">
              <a:defRPr sz="1400" b="0" i="0" u="none" strike="noStrike" kern="1200" spc="0" baseline="0">
                <a:solidFill>
                  <a:schemeClr val="tx1">
                    <a:lumMod val="65000"/>
                    <a:lumOff val="35000"/>
                  </a:schemeClr>
                </a:solidFill>
                <a:latin typeface="+mn-lt"/>
                <a:ea typeface="+mn-ea"/>
                <a:cs typeface="+mn-cs"/>
              </a:defRPr>
            </a:pPr>
            <a:r>
              <a:rPr lang="en-ID" b="1" dirty="0" err="1"/>
              <a:t>By</a:t>
            </a:r>
            <a:r>
              <a:rPr lang="en-ID" b="1" dirty="0"/>
              <a:t> Category</a:t>
            </a:r>
          </a:p>
          <a:p>
            <a:pPr algn="l">
              <a:defRPr/>
            </a:pPr>
            <a:r>
              <a:rPr lang="en-ID" b="1" dirty="0">
                <a:solidFill>
                  <a:schemeClr val="accent1"/>
                </a:solidFill>
              </a:rPr>
              <a:t>Net</a:t>
            </a:r>
            <a:r>
              <a:rPr lang="en-ID" b="1" baseline="0" dirty="0">
                <a:solidFill>
                  <a:schemeClr val="accent1"/>
                </a:solidFill>
              </a:rPr>
              <a:t> Revenue </a:t>
            </a:r>
            <a:r>
              <a:rPr lang="en-ID" baseline="0" dirty="0"/>
              <a:t>| </a:t>
            </a:r>
            <a:r>
              <a:rPr lang="en-ID" b="1" baseline="0" dirty="0">
                <a:solidFill>
                  <a:schemeClr val="accent2"/>
                </a:solidFill>
              </a:rPr>
              <a:t>Discount rate</a:t>
            </a:r>
            <a:endParaRPr lang="en-ID" b="1" dirty="0">
              <a:solidFill>
                <a:schemeClr val="accent2"/>
              </a:solidFill>
            </a:endParaRPr>
          </a:p>
        </c:rich>
      </c:tx>
      <c:layout>
        <c:manualLayout>
          <c:xMode val="edge"/>
          <c:yMode val="edge"/>
          <c:x val="2.1506780402449702E-2"/>
          <c:y val="2.7777777777777776E-2"/>
        </c:manualLayout>
      </c:layout>
      <c:overlay val="0"/>
      <c:spPr>
        <a:noFill/>
        <a:ln>
          <a:noFill/>
        </a:ln>
        <a:effectLst/>
      </c:spPr>
      <c:txPr>
        <a:bodyPr rot="0" spcFirstLastPara="1" vertOverflow="ellipsis" vert="horz" wrap="square" anchor="ctr" anchorCtr="1"/>
        <a:lstStyle/>
        <a:p>
          <a:pPr algn="l">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Sheet2!$BP$1</c:f>
              <c:strCache>
                <c:ptCount val="1"/>
                <c:pt idx="0">
                  <c:v>Net Revenue</c:v>
                </c:pt>
              </c:strCache>
            </c:strRef>
          </c:tx>
          <c:spPr>
            <a:solidFill>
              <a:schemeClr val="accent5"/>
            </a:solidFill>
            <a:ln>
              <a:noFill/>
            </a:ln>
            <a:effectLst/>
          </c:spPr>
          <c:invertIfNegative val="0"/>
          <c:dPt>
            <c:idx val="0"/>
            <c:invertIfNegative val="0"/>
            <c:bubble3D val="0"/>
            <c:spPr>
              <a:solidFill>
                <a:schemeClr val="accent1"/>
              </a:solidFill>
              <a:ln>
                <a:noFill/>
              </a:ln>
              <a:effectLst/>
            </c:spPr>
            <c:extLst>
              <c:ext xmlns:c16="http://schemas.microsoft.com/office/drawing/2014/chart" uri="{C3380CC4-5D6E-409C-BE32-E72D297353CC}">
                <c16:uniqueId val="{00000001-A5AD-4BD2-B536-A4A9B67F1353}"/>
              </c:ext>
            </c:extLst>
          </c:dPt>
          <c:dPt>
            <c:idx val="1"/>
            <c:invertIfNegative val="0"/>
            <c:bubble3D val="0"/>
            <c:spPr>
              <a:solidFill>
                <a:schemeClr val="accent1"/>
              </a:solidFill>
              <a:ln>
                <a:noFill/>
              </a:ln>
              <a:effectLst/>
            </c:spPr>
            <c:extLst>
              <c:ext xmlns:c16="http://schemas.microsoft.com/office/drawing/2014/chart" uri="{C3380CC4-5D6E-409C-BE32-E72D297353CC}">
                <c16:uniqueId val="{00000003-A5AD-4BD2-B536-A4A9B67F1353}"/>
              </c:ext>
            </c:extLst>
          </c:dPt>
          <c:dLbls>
            <c:dLbl>
              <c:idx val="0"/>
              <c:delete val="1"/>
              <c:extLst>
                <c:ext xmlns:c15="http://schemas.microsoft.com/office/drawing/2012/chart" uri="{CE6537A1-D6FC-4f65-9D91-7224C49458BB}"/>
                <c:ext xmlns:c16="http://schemas.microsoft.com/office/drawing/2014/chart" uri="{C3380CC4-5D6E-409C-BE32-E72D297353CC}">
                  <c16:uniqueId val="{00000001-A5AD-4BD2-B536-A4A9B67F1353}"/>
                </c:ext>
              </c:extLst>
            </c:dLbl>
            <c:dLbl>
              <c:idx val="1"/>
              <c:dLblPos val="in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A5AD-4BD2-B536-A4A9B67F1353}"/>
                </c:ext>
              </c:extLst>
            </c:dLbl>
            <c:numFmt formatCode="&quot;Rp&quot;0.000,,,\ &quot;B&quot;" sourceLinked="0"/>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bg1"/>
                    </a:solidFill>
                    <a:latin typeface="+mn-lt"/>
                    <a:ea typeface="+mn-ea"/>
                    <a:cs typeface="+mn-cs"/>
                  </a:defRPr>
                </a:pPr>
                <a:endParaRPr lang="en-US"/>
              </a:p>
            </c:txPr>
            <c:dLblPos val="inEnd"/>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Sheet2!$BO$2:$BO$6</c:f>
              <c:strCache>
                <c:ptCount val="5"/>
                <c:pt idx="0">
                  <c:v>Handbags</c:v>
                </c:pt>
                <c:pt idx="1">
                  <c:v>Shoes</c:v>
                </c:pt>
                <c:pt idx="2">
                  <c:v>Ready-to-Wear</c:v>
                </c:pt>
                <c:pt idx="3">
                  <c:v>Accessories</c:v>
                </c:pt>
                <c:pt idx="4">
                  <c:v>Small Leather Goods</c:v>
                </c:pt>
              </c:strCache>
            </c:strRef>
          </c:cat>
          <c:val>
            <c:numRef>
              <c:f>Sheet2!$BP$2:$BP$6</c:f>
              <c:numCache>
                <c:formatCode>General</c:formatCode>
                <c:ptCount val="5"/>
                <c:pt idx="0">
                  <c:v>2988388000</c:v>
                </c:pt>
                <c:pt idx="1">
                  <c:v>2146329000</c:v>
                </c:pt>
                <c:pt idx="2">
                  <c:v>884251000</c:v>
                </c:pt>
                <c:pt idx="3">
                  <c:v>558248000</c:v>
                </c:pt>
                <c:pt idx="4">
                  <c:v>449619000</c:v>
                </c:pt>
              </c:numCache>
            </c:numRef>
          </c:val>
          <c:extLst>
            <c:ext xmlns:c16="http://schemas.microsoft.com/office/drawing/2014/chart" uri="{C3380CC4-5D6E-409C-BE32-E72D297353CC}">
              <c16:uniqueId val="{00000004-A5AD-4BD2-B536-A4A9B67F1353}"/>
            </c:ext>
          </c:extLst>
        </c:ser>
        <c:dLbls>
          <c:showLegendKey val="0"/>
          <c:showVal val="0"/>
          <c:showCatName val="0"/>
          <c:showSerName val="0"/>
          <c:showPercent val="0"/>
          <c:showBubbleSize val="0"/>
        </c:dLbls>
        <c:gapWidth val="87"/>
        <c:overlap val="-27"/>
        <c:axId val="2034119631"/>
        <c:axId val="2034120879"/>
      </c:barChart>
      <c:lineChart>
        <c:grouping val="standard"/>
        <c:varyColors val="0"/>
        <c:ser>
          <c:idx val="1"/>
          <c:order val="1"/>
          <c:tx>
            <c:strRef>
              <c:f>Sheet2!$BQ$1</c:f>
              <c:strCache>
                <c:ptCount val="1"/>
                <c:pt idx="0">
                  <c:v>Discount Rate</c:v>
                </c:pt>
              </c:strCache>
            </c:strRef>
          </c:tx>
          <c:spPr>
            <a:ln w="28575" cap="rnd">
              <a:solidFill>
                <a:schemeClr val="accent2">
                  <a:lumMod val="60000"/>
                  <a:lumOff val="40000"/>
                </a:schemeClr>
              </a:solidFill>
              <a:round/>
            </a:ln>
            <a:effectLst/>
          </c:spPr>
          <c:marker>
            <c:symbol val="none"/>
          </c:marker>
          <c:dPt>
            <c:idx val="0"/>
            <c:marker>
              <c:symbol val="circle"/>
              <c:size val="5"/>
              <c:spPr>
                <a:solidFill>
                  <a:schemeClr val="accent2"/>
                </a:solidFill>
                <a:ln w="9525">
                  <a:solidFill>
                    <a:schemeClr val="accent2"/>
                  </a:solidFill>
                </a:ln>
                <a:effectLst/>
              </c:spPr>
            </c:marker>
            <c:bubble3D val="0"/>
            <c:extLst>
              <c:ext xmlns:c16="http://schemas.microsoft.com/office/drawing/2014/chart" uri="{C3380CC4-5D6E-409C-BE32-E72D297353CC}">
                <c16:uniqueId val="{00000008-A5AD-4BD2-B536-A4A9B67F1353}"/>
              </c:ext>
            </c:extLst>
          </c:dPt>
          <c:dPt>
            <c:idx val="1"/>
            <c:marker>
              <c:symbol val="circle"/>
              <c:size val="5"/>
              <c:spPr>
                <a:solidFill>
                  <a:schemeClr val="accent2"/>
                </a:solidFill>
                <a:ln w="9525">
                  <a:solidFill>
                    <a:schemeClr val="accent2"/>
                  </a:solidFill>
                </a:ln>
                <a:effectLst/>
              </c:spPr>
            </c:marker>
            <c:bubble3D val="0"/>
            <c:spPr>
              <a:ln w="28575" cap="rnd">
                <a:solidFill>
                  <a:schemeClr val="accent2"/>
                </a:solidFill>
                <a:round/>
              </a:ln>
              <a:effectLst/>
            </c:spPr>
            <c:extLst>
              <c:ext xmlns:c16="http://schemas.microsoft.com/office/drawing/2014/chart" uri="{C3380CC4-5D6E-409C-BE32-E72D297353CC}">
                <c16:uniqueId val="{00000007-A5AD-4BD2-B536-A4A9B67F1353}"/>
              </c:ext>
            </c:extLst>
          </c:dPt>
          <c:dLbls>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bg1"/>
                      </a:solidFill>
                      <a:latin typeface="+mn-lt"/>
                      <a:ea typeface="+mn-ea"/>
                      <a:cs typeface="+mn-cs"/>
                    </a:defRPr>
                  </a:pPr>
                  <a:endParaRPr lang="en-US"/>
                </a:p>
              </c:txPr>
              <c:dLblPos val="t"/>
              <c:showLegendKey val="0"/>
              <c:showVal val="0"/>
              <c:showCatName val="0"/>
              <c:showSerName val="0"/>
              <c:showPercent val="0"/>
              <c:showBubbleSize val="0"/>
              <c:extLst>
                <c:ext xmlns:c16="http://schemas.microsoft.com/office/drawing/2014/chart" uri="{C3380CC4-5D6E-409C-BE32-E72D297353CC}">
                  <c16:uniqueId val="{00000008-A5AD-4BD2-B536-A4A9B67F1353}"/>
                </c:ext>
              </c:extLst>
            </c:dLbl>
            <c:dLbl>
              <c:idx val="1"/>
              <c:dLblPos val="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A5AD-4BD2-B536-A4A9B67F1353}"/>
                </c:ext>
              </c:extLst>
            </c:dLbl>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t"/>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Sheet2!$BO$2:$BO$6</c:f>
              <c:strCache>
                <c:ptCount val="5"/>
                <c:pt idx="0">
                  <c:v>Handbags</c:v>
                </c:pt>
                <c:pt idx="1">
                  <c:v>Shoes</c:v>
                </c:pt>
                <c:pt idx="2">
                  <c:v>Ready-to-Wear</c:v>
                </c:pt>
                <c:pt idx="3">
                  <c:v>Accessories</c:v>
                </c:pt>
                <c:pt idx="4">
                  <c:v>Small Leather Goods</c:v>
                </c:pt>
              </c:strCache>
            </c:strRef>
          </c:cat>
          <c:val>
            <c:numRef>
              <c:f>Sheet2!$BQ$2:$BQ$6</c:f>
              <c:numCache>
                <c:formatCode>0.00%</c:formatCode>
                <c:ptCount val="5"/>
                <c:pt idx="0">
                  <c:v>1.7796672840246702E-2</c:v>
                </c:pt>
                <c:pt idx="1">
                  <c:v>6.0930411434066724E-2</c:v>
                </c:pt>
                <c:pt idx="2">
                  <c:v>5.3091090552981328E-2</c:v>
                </c:pt>
                <c:pt idx="3">
                  <c:v>3.4029284634045899E-2</c:v>
                </c:pt>
                <c:pt idx="4">
                  <c:v>2.5123263791017463E-2</c:v>
                </c:pt>
              </c:numCache>
            </c:numRef>
          </c:val>
          <c:smooth val="0"/>
          <c:extLst>
            <c:ext xmlns:c16="http://schemas.microsoft.com/office/drawing/2014/chart" uri="{C3380CC4-5D6E-409C-BE32-E72D297353CC}">
              <c16:uniqueId val="{00000005-A5AD-4BD2-B536-A4A9B67F1353}"/>
            </c:ext>
          </c:extLst>
        </c:ser>
        <c:dLbls>
          <c:showLegendKey val="0"/>
          <c:showVal val="0"/>
          <c:showCatName val="0"/>
          <c:showSerName val="0"/>
          <c:showPercent val="0"/>
          <c:showBubbleSize val="0"/>
        </c:dLbls>
        <c:marker val="1"/>
        <c:smooth val="0"/>
        <c:axId val="1019881247"/>
        <c:axId val="1019880415"/>
      </c:lineChart>
      <c:catAx>
        <c:axId val="203411963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5400000" spcFirstLastPara="1" vertOverflow="ellipsis" wrap="square" anchor="ctr" anchorCtr="1"/>
          <a:lstStyle/>
          <a:p>
            <a:pPr>
              <a:defRPr sz="800" b="0" i="0" u="none" strike="noStrike" kern="1200" baseline="0">
                <a:solidFill>
                  <a:schemeClr val="tx1">
                    <a:lumMod val="65000"/>
                    <a:lumOff val="35000"/>
                  </a:schemeClr>
                </a:solidFill>
                <a:latin typeface="+mn-lt"/>
                <a:ea typeface="+mn-ea"/>
                <a:cs typeface="+mn-cs"/>
              </a:defRPr>
            </a:pPr>
            <a:endParaRPr lang="en-US"/>
          </a:p>
        </c:txPr>
        <c:crossAx val="2034120879"/>
        <c:crosses val="autoZero"/>
        <c:auto val="1"/>
        <c:lblAlgn val="ctr"/>
        <c:lblOffset val="100"/>
        <c:noMultiLvlLbl val="0"/>
      </c:catAx>
      <c:valAx>
        <c:axId val="2034120879"/>
        <c:scaling>
          <c:orientation val="minMax"/>
        </c:scaling>
        <c:delete val="0"/>
        <c:axPos val="l"/>
        <c:numFmt formatCode="0.000,,,\ &quot;B&quot;" sourceLinked="0"/>
        <c:majorTickMark val="none"/>
        <c:minorTickMark val="none"/>
        <c:tickLblPos val="none"/>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34119631"/>
        <c:crosses val="autoZero"/>
        <c:crossBetween val="between"/>
      </c:valAx>
      <c:valAx>
        <c:axId val="1019880415"/>
        <c:scaling>
          <c:orientation val="minMax"/>
        </c:scaling>
        <c:delete val="0"/>
        <c:axPos val="r"/>
        <c:numFmt formatCode="0.00%" sourceLinked="1"/>
        <c:majorTickMark val="none"/>
        <c:minorTickMark val="none"/>
        <c:tickLblPos val="none"/>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019881247"/>
        <c:crosses val="max"/>
        <c:crossBetween val="between"/>
      </c:valAx>
      <c:catAx>
        <c:axId val="1019881247"/>
        <c:scaling>
          <c:orientation val="minMax"/>
        </c:scaling>
        <c:delete val="1"/>
        <c:axPos val="b"/>
        <c:numFmt formatCode="General" sourceLinked="1"/>
        <c:majorTickMark val="none"/>
        <c:minorTickMark val="none"/>
        <c:tickLblPos val="nextTo"/>
        <c:crossAx val="1019880415"/>
        <c:crosses val="autoZero"/>
        <c:auto val="1"/>
        <c:lblAlgn val="ctr"/>
        <c:lblOffset val="100"/>
        <c:noMultiLvlLbl val="0"/>
      </c:cat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lgn="l">
              <a:defRPr sz="1400" b="0" i="0" u="none" strike="noStrike" kern="1200" spc="0" baseline="0">
                <a:solidFill>
                  <a:schemeClr val="tx1">
                    <a:lumMod val="65000"/>
                    <a:lumOff val="35000"/>
                  </a:schemeClr>
                </a:solidFill>
                <a:latin typeface="+mn-lt"/>
                <a:ea typeface="+mn-ea"/>
                <a:cs typeface="+mn-cs"/>
              </a:defRPr>
            </a:pPr>
            <a:r>
              <a:rPr lang="en-ID" sz="1400" b="1" i="0" u="none" strike="noStrike" baseline="0" dirty="0">
                <a:solidFill>
                  <a:schemeClr val="accent1"/>
                </a:solidFill>
                <a:effectLst/>
              </a:rPr>
              <a:t>Net Revenue New Customers</a:t>
            </a:r>
            <a:r>
              <a:rPr lang="en-ID" sz="1400" b="1" i="0" u="none" strike="noStrike" baseline="0" dirty="0">
                <a:solidFill>
                  <a:schemeClr val="accent1"/>
                </a:solidFill>
              </a:rPr>
              <a:t> </a:t>
            </a:r>
            <a:r>
              <a:rPr lang="en-ID" sz="1400" b="0" i="0" u="none" strike="noStrike" baseline="0" dirty="0"/>
              <a:t>| </a:t>
            </a:r>
            <a:r>
              <a:rPr lang="en-ID" sz="1400" b="1" i="0" u="none" strike="noStrike" baseline="0" dirty="0">
                <a:solidFill>
                  <a:schemeClr val="accent1">
                    <a:lumMod val="60000"/>
                    <a:lumOff val="40000"/>
                  </a:schemeClr>
                </a:solidFill>
                <a:effectLst/>
              </a:rPr>
              <a:t>Net Revenue Existing Customers</a:t>
            </a:r>
            <a:r>
              <a:rPr lang="en-ID" sz="1400" b="1" i="0" u="none" strike="noStrike" baseline="0" dirty="0">
                <a:solidFill>
                  <a:schemeClr val="accent1">
                    <a:lumMod val="60000"/>
                    <a:lumOff val="40000"/>
                  </a:schemeClr>
                </a:solidFill>
              </a:rPr>
              <a:t> </a:t>
            </a:r>
            <a:endParaRPr lang="en-ID" sz="1400" b="1" dirty="0">
              <a:solidFill>
                <a:schemeClr val="accent1">
                  <a:lumMod val="60000"/>
                  <a:lumOff val="40000"/>
                </a:schemeClr>
              </a:solidFill>
            </a:endParaRPr>
          </a:p>
        </c:rich>
      </c:tx>
      <c:layout>
        <c:manualLayout>
          <c:xMode val="edge"/>
          <c:yMode val="edge"/>
          <c:x val="9.6466555708946723E-3"/>
          <c:y val="2.2902480478192037E-2"/>
        </c:manualLayout>
      </c:layout>
      <c:overlay val="0"/>
      <c:spPr>
        <a:noFill/>
        <a:ln>
          <a:noFill/>
        </a:ln>
        <a:effectLst/>
      </c:spPr>
      <c:txPr>
        <a:bodyPr rot="0" spcFirstLastPara="1" vertOverflow="ellipsis" vert="horz" wrap="square" anchor="ctr" anchorCtr="1"/>
        <a:lstStyle/>
        <a:p>
          <a:pPr algn="l">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Sheet2!$CD$1</c:f>
              <c:strCache>
                <c:ptCount val="1"/>
                <c:pt idx="0">
                  <c:v>Net Revenue New Customers</c:v>
                </c:pt>
              </c:strCache>
            </c:strRef>
          </c:tx>
          <c:spPr>
            <a:ln w="28575" cap="rnd">
              <a:solidFill>
                <a:schemeClr val="accent1"/>
              </a:solidFill>
              <a:round/>
            </a:ln>
            <a:effectLst/>
          </c:spPr>
          <c:marker>
            <c:symbol val="none"/>
          </c:marker>
          <c:dPt>
            <c:idx val="3"/>
            <c:marker>
              <c:symbol val="circle"/>
              <c:size val="5"/>
              <c:spPr>
                <a:solidFill>
                  <a:schemeClr val="accent1"/>
                </a:solidFill>
                <a:ln w="9525">
                  <a:solidFill>
                    <a:schemeClr val="accent1"/>
                  </a:solidFill>
                </a:ln>
                <a:effectLst/>
              </c:spPr>
            </c:marker>
            <c:bubble3D val="0"/>
            <c:extLst>
              <c:ext xmlns:c16="http://schemas.microsoft.com/office/drawing/2014/chart" uri="{C3380CC4-5D6E-409C-BE32-E72D297353CC}">
                <c16:uniqueId val="{00000009-DD8C-469A-A8ED-C5A8E9ABD333}"/>
              </c:ext>
            </c:extLst>
          </c:dPt>
          <c:dPt>
            <c:idx val="4"/>
            <c:marker>
              <c:symbol val="circle"/>
              <c:size val="5"/>
              <c:spPr>
                <a:solidFill>
                  <a:schemeClr val="accent1"/>
                </a:solidFill>
                <a:ln w="9525">
                  <a:solidFill>
                    <a:schemeClr val="accent1"/>
                  </a:solidFill>
                </a:ln>
                <a:effectLst/>
              </c:spPr>
            </c:marker>
            <c:bubble3D val="0"/>
            <c:extLst>
              <c:ext xmlns:c16="http://schemas.microsoft.com/office/drawing/2014/chart" uri="{C3380CC4-5D6E-409C-BE32-E72D297353CC}">
                <c16:uniqueId val="{0000000A-DD8C-469A-A8ED-C5A8E9ABD333}"/>
              </c:ext>
            </c:extLst>
          </c:dPt>
          <c:dPt>
            <c:idx val="5"/>
            <c:marker>
              <c:symbol val="circle"/>
              <c:size val="5"/>
              <c:spPr>
                <a:solidFill>
                  <a:schemeClr val="accent1"/>
                </a:solidFill>
                <a:ln w="9525">
                  <a:solidFill>
                    <a:schemeClr val="accent1"/>
                  </a:solidFill>
                </a:ln>
                <a:effectLst/>
              </c:spPr>
            </c:marker>
            <c:bubble3D val="0"/>
            <c:extLst>
              <c:ext xmlns:c16="http://schemas.microsoft.com/office/drawing/2014/chart" uri="{C3380CC4-5D6E-409C-BE32-E72D297353CC}">
                <c16:uniqueId val="{0000000B-DD8C-469A-A8ED-C5A8E9ABD333}"/>
              </c:ext>
            </c:extLst>
          </c:dPt>
          <c:dLbls>
            <c:dLbl>
              <c:idx val="0"/>
              <c:delete val="1"/>
              <c:extLst>
                <c:ext xmlns:c15="http://schemas.microsoft.com/office/drawing/2012/chart" uri="{CE6537A1-D6FC-4f65-9D91-7224C49458BB}"/>
                <c:ext xmlns:c16="http://schemas.microsoft.com/office/drawing/2014/chart" uri="{C3380CC4-5D6E-409C-BE32-E72D297353CC}">
                  <c16:uniqueId val="{00000002-DD8C-469A-A8ED-C5A8E9ABD333}"/>
                </c:ext>
              </c:extLst>
            </c:dLbl>
            <c:dLbl>
              <c:idx val="1"/>
              <c:delete val="1"/>
              <c:extLst>
                <c:ext xmlns:c15="http://schemas.microsoft.com/office/drawing/2012/chart" uri="{CE6537A1-D6FC-4f65-9D91-7224C49458BB}"/>
                <c:ext xmlns:c16="http://schemas.microsoft.com/office/drawing/2014/chart" uri="{C3380CC4-5D6E-409C-BE32-E72D297353CC}">
                  <c16:uniqueId val="{00000001-DD8C-469A-A8ED-C5A8E9ABD333}"/>
                </c:ext>
              </c:extLst>
            </c:dLbl>
            <c:dLbl>
              <c:idx val="2"/>
              <c:delete val="1"/>
              <c:extLst>
                <c:ext xmlns:c15="http://schemas.microsoft.com/office/drawing/2012/chart" uri="{CE6537A1-D6FC-4f65-9D91-7224C49458BB}"/>
                <c:ext xmlns:c16="http://schemas.microsoft.com/office/drawing/2014/chart" uri="{C3380CC4-5D6E-409C-BE32-E72D297353CC}">
                  <c16:uniqueId val="{00000000-DD8C-469A-A8ED-C5A8E9ABD333}"/>
                </c:ext>
              </c:extLst>
            </c:dLbl>
            <c:numFmt formatCode="&quot;Rp&quot;0.00,,\ &quot;M&quot;" sourceLinked="0"/>
            <c:spPr>
              <a:noFill/>
              <a:ln>
                <a:noFill/>
              </a:ln>
              <a:effectLst/>
            </c:spPr>
            <c:txPr>
              <a:bodyPr rot="0" spcFirstLastPara="1" vertOverflow="ellipsis" vert="horz" wrap="square" lIns="38100" tIns="19050" rIns="38100" bIns="19050" anchor="ctr" anchorCtr="1">
                <a:spAutoFit/>
              </a:bodyPr>
              <a:lstStyle/>
              <a:p>
                <a:pPr>
                  <a:defRPr sz="800" b="1"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Sheet2!$CC$2:$CC$7</c:f>
              <c:strCache>
                <c:ptCount val="6"/>
                <c:pt idx="0">
                  <c:v>January</c:v>
                </c:pt>
                <c:pt idx="1">
                  <c:v>February</c:v>
                </c:pt>
                <c:pt idx="2">
                  <c:v>March</c:v>
                </c:pt>
                <c:pt idx="3">
                  <c:v>April</c:v>
                </c:pt>
                <c:pt idx="4">
                  <c:v>May</c:v>
                </c:pt>
                <c:pt idx="5">
                  <c:v>June</c:v>
                </c:pt>
              </c:strCache>
            </c:strRef>
          </c:cat>
          <c:val>
            <c:numRef>
              <c:f>Sheet2!$CD$2:$CD$7</c:f>
              <c:numCache>
                <c:formatCode>General</c:formatCode>
                <c:ptCount val="6"/>
                <c:pt idx="0">
                  <c:v>501754500</c:v>
                </c:pt>
                <c:pt idx="1">
                  <c:v>506278000</c:v>
                </c:pt>
                <c:pt idx="2">
                  <c:v>582393500</c:v>
                </c:pt>
                <c:pt idx="3">
                  <c:v>706671000</c:v>
                </c:pt>
                <c:pt idx="4">
                  <c:v>772729500</c:v>
                </c:pt>
                <c:pt idx="5">
                  <c:v>826285500</c:v>
                </c:pt>
              </c:numCache>
            </c:numRef>
          </c:val>
          <c:smooth val="0"/>
          <c:extLst>
            <c:ext xmlns:c16="http://schemas.microsoft.com/office/drawing/2014/chart" uri="{C3380CC4-5D6E-409C-BE32-E72D297353CC}">
              <c16:uniqueId val="{00000000-AC6E-4B54-A18A-D65CDB1CC1A9}"/>
            </c:ext>
          </c:extLst>
        </c:ser>
        <c:ser>
          <c:idx val="1"/>
          <c:order val="1"/>
          <c:tx>
            <c:strRef>
              <c:f>Sheet2!$CE$1</c:f>
              <c:strCache>
                <c:ptCount val="1"/>
                <c:pt idx="0">
                  <c:v>Net Revenue Existing Customers</c:v>
                </c:pt>
              </c:strCache>
            </c:strRef>
          </c:tx>
          <c:spPr>
            <a:ln w="28575" cap="rnd">
              <a:solidFill>
                <a:schemeClr val="accent5">
                  <a:lumMod val="60000"/>
                  <a:lumOff val="40000"/>
                </a:schemeClr>
              </a:solidFill>
              <a:round/>
            </a:ln>
            <a:effectLst/>
          </c:spPr>
          <c:marker>
            <c:symbol val="none"/>
          </c:marker>
          <c:dPt>
            <c:idx val="3"/>
            <c:marker>
              <c:symbol val="none"/>
            </c:marker>
            <c:bubble3D val="0"/>
            <c:extLst>
              <c:ext xmlns:c16="http://schemas.microsoft.com/office/drawing/2014/chart" uri="{C3380CC4-5D6E-409C-BE32-E72D297353CC}">
                <c16:uniqueId val="{00000006-DD8C-469A-A8ED-C5A8E9ABD333}"/>
              </c:ext>
            </c:extLst>
          </c:dPt>
          <c:dPt>
            <c:idx val="4"/>
            <c:marker>
              <c:symbol val="none"/>
            </c:marker>
            <c:bubble3D val="0"/>
            <c:extLst>
              <c:ext xmlns:c16="http://schemas.microsoft.com/office/drawing/2014/chart" uri="{C3380CC4-5D6E-409C-BE32-E72D297353CC}">
                <c16:uniqueId val="{00000007-DD8C-469A-A8ED-C5A8E9ABD333}"/>
              </c:ext>
            </c:extLst>
          </c:dPt>
          <c:dPt>
            <c:idx val="5"/>
            <c:marker>
              <c:symbol val="none"/>
            </c:marker>
            <c:bubble3D val="0"/>
            <c:extLst>
              <c:ext xmlns:c16="http://schemas.microsoft.com/office/drawing/2014/chart" uri="{C3380CC4-5D6E-409C-BE32-E72D297353CC}">
                <c16:uniqueId val="{00000008-DD8C-469A-A8ED-C5A8E9ABD333}"/>
              </c:ext>
            </c:extLst>
          </c:dPt>
          <c:cat>
            <c:strRef>
              <c:f>Sheet2!$CC$2:$CC$7</c:f>
              <c:strCache>
                <c:ptCount val="6"/>
                <c:pt idx="0">
                  <c:v>January</c:v>
                </c:pt>
                <c:pt idx="1">
                  <c:v>February</c:v>
                </c:pt>
                <c:pt idx="2">
                  <c:v>March</c:v>
                </c:pt>
                <c:pt idx="3">
                  <c:v>April</c:v>
                </c:pt>
                <c:pt idx="4">
                  <c:v>May</c:v>
                </c:pt>
                <c:pt idx="5">
                  <c:v>June</c:v>
                </c:pt>
              </c:strCache>
            </c:strRef>
          </c:cat>
          <c:val>
            <c:numRef>
              <c:f>Sheet2!$CE$2:$CE$7</c:f>
              <c:numCache>
                <c:formatCode>General</c:formatCode>
                <c:ptCount val="6"/>
                <c:pt idx="0">
                  <c:v>670998000</c:v>
                </c:pt>
                <c:pt idx="1">
                  <c:v>568374000</c:v>
                </c:pt>
                <c:pt idx="2">
                  <c:v>580916500</c:v>
                </c:pt>
                <c:pt idx="3">
                  <c:v>501000000</c:v>
                </c:pt>
                <c:pt idx="4">
                  <c:v>347351000</c:v>
                </c:pt>
                <c:pt idx="5">
                  <c:v>350741000</c:v>
                </c:pt>
              </c:numCache>
            </c:numRef>
          </c:val>
          <c:smooth val="0"/>
          <c:extLst>
            <c:ext xmlns:c16="http://schemas.microsoft.com/office/drawing/2014/chart" uri="{C3380CC4-5D6E-409C-BE32-E72D297353CC}">
              <c16:uniqueId val="{00000001-AC6E-4B54-A18A-D65CDB1CC1A9}"/>
            </c:ext>
          </c:extLst>
        </c:ser>
        <c:dLbls>
          <c:showLegendKey val="0"/>
          <c:showVal val="0"/>
          <c:showCatName val="0"/>
          <c:showSerName val="0"/>
          <c:showPercent val="0"/>
          <c:showBubbleSize val="0"/>
        </c:dLbls>
        <c:smooth val="0"/>
        <c:axId val="313702480"/>
        <c:axId val="313703312"/>
      </c:lineChart>
      <c:catAx>
        <c:axId val="31370248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13703312"/>
        <c:crosses val="autoZero"/>
        <c:auto val="1"/>
        <c:lblAlgn val="ctr"/>
        <c:lblOffset val="100"/>
        <c:noMultiLvlLbl val="0"/>
      </c:catAx>
      <c:valAx>
        <c:axId val="313703312"/>
        <c:scaling>
          <c:orientation val="minMax"/>
        </c:scaling>
        <c:delete val="0"/>
        <c:axPos val="l"/>
        <c:numFmt formatCode="General" sourceLinked="1"/>
        <c:majorTickMark val="none"/>
        <c:minorTickMark val="none"/>
        <c:tickLblPos val="none"/>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13702480"/>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lgn="l">
              <a:defRPr sz="1400" b="0" i="0" u="none" strike="noStrike" kern="1200" spc="0" baseline="0">
                <a:solidFill>
                  <a:schemeClr val="tx1">
                    <a:lumMod val="65000"/>
                    <a:lumOff val="35000"/>
                  </a:schemeClr>
                </a:solidFill>
                <a:latin typeface="+mn-lt"/>
                <a:ea typeface="+mn-ea"/>
                <a:cs typeface="+mn-cs"/>
              </a:defRPr>
            </a:pPr>
            <a:r>
              <a:rPr lang="en-ID" sz="1400" b="1" i="0" u="none" strike="noStrike" baseline="0" dirty="0">
                <a:solidFill>
                  <a:schemeClr val="accent1"/>
                </a:solidFill>
                <a:effectLst/>
              </a:rPr>
              <a:t>Frequency Order New Customers</a:t>
            </a:r>
            <a:r>
              <a:rPr lang="en-ID" sz="1400" b="1" i="0" u="none" strike="noStrike" baseline="0" dirty="0">
                <a:solidFill>
                  <a:schemeClr val="accent1"/>
                </a:solidFill>
              </a:rPr>
              <a:t> </a:t>
            </a:r>
            <a:r>
              <a:rPr lang="en-ID" sz="1400" b="0" i="0" u="none" strike="noStrike" baseline="0" dirty="0"/>
              <a:t>| </a:t>
            </a:r>
            <a:r>
              <a:rPr lang="en-ID" sz="1400" b="1" i="0" u="none" strike="noStrike" baseline="0" dirty="0">
                <a:solidFill>
                  <a:schemeClr val="accent5">
                    <a:lumMod val="60000"/>
                    <a:lumOff val="40000"/>
                  </a:schemeClr>
                </a:solidFill>
                <a:effectLst/>
              </a:rPr>
              <a:t>Frequency Order Existing Customers</a:t>
            </a:r>
            <a:r>
              <a:rPr lang="en-ID" sz="1400" b="1" i="0" u="none" strike="noStrike" baseline="0" dirty="0">
                <a:solidFill>
                  <a:schemeClr val="accent5">
                    <a:lumMod val="60000"/>
                    <a:lumOff val="40000"/>
                  </a:schemeClr>
                </a:solidFill>
              </a:rPr>
              <a:t> </a:t>
            </a:r>
            <a:endParaRPr lang="en-ID" b="1" dirty="0">
              <a:solidFill>
                <a:schemeClr val="accent5">
                  <a:lumMod val="60000"/>
                  <a:lumOff val="40000"/>
                </a:schemeClr>
              </a:solidFill>
            </a:endParaRPr>
          </a:p>
        </c:rich>
      </c:tx>
      <c:layout>
        <c:manualLayout>
          <c:xMode val="edge"/>
          <c:yMode val="edge"/>
          <c:x val="1.7177559564885553E-2"/>
          <c:y val="3.2864716268597792E-2"/>
        </c:manualLayout>
      </c:layout>
      <c:overlay val="0"/>
      <c:spPr>
        <a:noFill/>
        <a:ln>
          <a:noFill/>
        </a:ln>
        <a:effectLst/>
      </c:spPr>
      <c:txPr>
        <a:bodyPr rot="0" spcFirstLastPara="1" vertOverflow="ellipsis" vert="horz" wrap="square" anchor="ctr" anchorCtr="1"/>
        <a:lstStyle/>
        <a:p>
          <a:pPr algn="l">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2.2362711324998598E-2"/>
          <c:y val="0.26893676286701929"/>
          <c:w val="0.93888888888888888"/>
          <c:h val="0.61498432487605714"/>
        </c:manualLayout>
      </c:layout>
      <c:lineChart>
        <c:grouping val="standard"/>
        <c:varyColors val="0"/>
        <c:ser>
          <c:idx val="0"/>
          <c:order val="0"/>
          <c:tx>
            <c:strRef>
              <c:f>Sheet2!$CH$1</c:f>
              <c:strCache>
                <c:ptCount val="1"/>
                <c:pt idx="0">
                  <c:v>Frequency Order New Customers</c:v>
                </c:pt>
              </c:strCache>
            </c:strRef>
          </c:tx>
          <c:spPr>
            <a:ln w="28575" cap="rnd">
              <a:solidFill>
                <a:schemeClr val="accent1"/>
              </a:solidFill>
              <a:round/>
            </a:ln>
            <a:effectLst/>
          </c:spPr>
          <c:marker>
            <c:symbol val="none"/>
          </c:marker>
          <c:dPt>
            <c:idx val="3"/>
            <c:marker>
              <c:symbol val="circle"/>
              <c:size val="5"/>
              <c:spPr>
                <a:solidFill>
                  <a:schemeClr val="accent1"/>
                </a:solidFill>
                <a:ln w="9525">
                  <a:solidFill>
                    <a:schemeClr val="accent1"/>
                  </a:solidFill>
                </a:ln>
                <a:effectLst/>
              </c:spPr>
            </c:marker>
            <c:bubble3D val="0"/>
            <c:extLst>
              <c:ext xmlns:c16="http://schemas.microsoft.com/office/drawing/2014/chart" uri="{C3380CC4-5D6E-409C-BE32-E72D297353CC}">
                <c16:uniqueId val="{00000006-FB00-4320-BD36-686123A5C054}"/>
              </c:ext>
            </c:extLst>
          </c:dPt>
          <c:dPt>
            <c:idx val="4"/>
            <c:marker>
              <c:symbol val="circle"/>
              <c:size val="5"/>
              <c:spPr>
                <a:solidFill>
                  <a:schemeClr val="accent1"/>
                </a:solidFill>
                <a:ln w="9525">
                  <a:solidFill>
                    <a:schemeClr val="accent1"/>
                  </a:solidFill>
                </a:ln>
                <a:effectLst/>
              </c:spPr>
            </c:marker>
            <c:bubble3D val="0"/>
            <c:extLst>
              <c:ext xmlns:c16="http://schemas.microsoft.com/office/drawing/2014/chart" uri="{C3380CC4-5D6E-409C-BE32-E72D297353CC}">
                <c16:uniqueId val="{00000007-FB00-4320-BD36-686123A5C054}"/>
              </c:ext>
            </c:extLst>
          </c:dPt>
          <c:dPt>
            <c:idx val="5"/>
            <c:marker>
              <c:symbol val="circle"/>
              <c:size val="5"/>
              <c:spPr>
                <a:solidFill>
                  <a:schemeClr val="accent1"/>
                </a:solidFill>
                <a:ln w="9525">
                  <a:solidFill>
                    <a:schemeClr val="accent1"/>
                  </a:solidFill>
                </a:ln>
                <a:effectLst/>
              </c:spPr>
            </c:marker>
            <c:bubble3D val="0"/>
            <c:extLst>
              <c:ext xmlns:c16="http://schemas.microsoft.com/office/drawing/2014/chart" uri="{C3380CC4-5D6E-409C-BE32-E72D297353CC}">
                <c16:uniqueId val="{00000008-FB00-4320-BD36-686123A5C054}"/>
              </c:ext>
            </c:extLst>
          </c:dPt>
          <c:dLbls>
            <c:dLbl>
              <c:idx val="0"/>
              <c:delete val="1"/>
              <c:extLst>
                <c:ext xmlns:c15="http://schemas.microsoft.com/office/drawing/2012/chart" uri="{CE6537A1-D6FC-4f65-9D91-7224C49458BB}"/>
                <c:ext xmlns:c16="http://schemas.microsoft.com/office/drawing/2014/chart" uri="{C3380CC4-5D6E-409C-BE32-E72D297353CC}">
                  <c16:uniqueId val="{00000000-FB00-4320-BD36-686123A5C054}"/>
                </c:ext>
              </c:extLst>
            </c:dLbl>
            <c:dLbl>
              <c:idx val="1"/>
              <c:delete val="1"/>
              <c:extLst>
                <c:ext xmlns:c15="http://schemas.microsoft.com/office/drawing/2012/chart" uri="{CE6537A1-D6FC-4f65-9D91-7224C49458BB}"/>
                <c:ext xmlns:c16="http://schemas.microsoft.com/office/drawing/2014/chart" uri="{C3380CC4-5D6E-409C-BE32-E72D297353CC}">
                  <c16:uniqueId val="{00000001-FB00-4320-BD36-686123A5C054}"/>
                </c:ext>
              </c:extLst>
            </c:dLbl>
            <c:dLbl>
              <c:idx val="2"/>
              <c:delete val="1"/>
              <c:extLst>
                <c:ext xmlns:c15="http://schemas.microsoft.com/office/drawing/2012/chart" uri="{CE6537A1-D6FC-4f65-9D91-7224C49458BB}"/>
                <c:ext xmlns:c16="http://schemas.microsoft.com/office/drawing/2014/chart" uri="{C3380CC4-5D6E-409C-BE32-E72D297353CC}">
                  <c16:uniqueId val="{00000002-FB00-4320-BD36-686123A5C054}"/>
                </c:ext>
              </c:extLst>
            </c:dLbl>
            <c:spPr>
              <a:noFill/>
              <a:ln>
                <a:noFill/>
              </a:ln>
              <a:effectLst/>
            </c:spPr>
            <c:txPr>
              <a:bodyPr rot="0" spcFirstLastPara="1" vertOverflow="ellipsis" vert="horz" wrap="square" lIns="38100" tIns="19050" rIns="38100" bIns="19050" anchor="ctr" anchorCtr="1">
                <a:spAutoFit/>
              </a:bodyPr>
              <a:lstStyle/>
              <a:p>
                <a:pPr>
                  <a:defRPr sz="800" b="1"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Sheet2!$CG$2:$CG$7</c:f>
              <c:strCache>
                <c:ptCount val="6"/>
                <c:pt idx="0">
                  <c:v>January</c:v>
                </c:pt>
                <c:pt idx="1">
                  <c:v>February</c:v>
                </c:pt>
                <c:pt idx="2">
                  <c:v>March</c:v>
                </c:pt>
                <c:pt idx="3">
                  <c:v>April</c:v>
                </c:pt>
                <c:pt idx="4">
                  <c:v>May</c:v>
                </c:pt>
                <c:pt idx="5">
                  <c:v>June</c:v>
                </c:pt>
              </c:strCache>
            </c:strRef>
          </c:cat>
          <c:val>
            <c:numRef>
              <c:f>Sheet2!$CH$2:$CH$7</c:f>
              <c:numCache>
                <c:formatCode>0.0000</c:formatCode>
                <c:ptCount val="6"/>
                <c:pt idx="0">
                  <c:v>1.2592592592592593</c:v>
                </c:pt>
                <c:pt idx="1">
                  <c:v>1.2535211267605635</c:v>
                </c:pt>
                <c:pt idx="2">
                  <c:v>1.3561643835616439</c:v>
                </c:pt>
                <c:pt idx="3">
                  <c:v>1.5256410256410255</c:v>
                </c:pt>
                <c:pt idx="4">
                  <c:v>1.6132596685082874</c:v>
                </c:pt>
                <c:pt idx="5">
                  <c:v>1.6277777777777778</c:v>
                </c:pt>
              </c:numCache>
            </c:numRef>
          </c:val>
          <c:smooth val="0"/>
          <c:extLst>
            <c:ext xmlns:c16="http://schemas.microsoft.com/office/drawing/2014/chart" uri="{C3380CC4-5D6E-409C-BE32-E72D297353CC}">
              <c16:uniqueId val="{00000000-B2F3-4196-94F6-1869727D0F85}"/>
            </c:ext>
          </c:extLst>
        </c:ser>
        <c:ser>
          <c:idx val="1"/>
          <c:order val="1"/>
          <c:tx>
            <c:strRef>
              <c:f>Sheet2!$CI$1</c:f>
              <c:strCache>
                <c:ptCount val="1"/>
                <c:pt idx="0">
                  <c:v>Frequency Order Existing Customers</c:v>
                </c:pt>
              </c:strCache>
            </c:strRef>
          </c:tx>
          <c:spPr>
            <a:ln w="28575" cap="rnd">
              <a:solidFill>
                <a:schemeClr val="accent5">
                  <a:lumMod val="60000"/>
                  <a:lumOff val="40000"/>
                </a:schemeClr>
              </a:solidFill>
              <a:round/>
            </a:ln>
            <a:effectLst/>
          </c:spPr>
          <c:marker>
            <c:symbol val="none"/>
          </c:marker>
          <c:dPt>
            <c:idx val="3"/>
            <c:marker>
              <c:symbol val="none"/>
            </c:marker>
            <c:bubble3D val="0"/>
            <c:extLst>
              <c:ext xmlns:c16="http://schemas.microsoft.com/office/drawing/2014/chart" uri="{C3380CC4-5D6E-409C-BE32-E72D297353CC}">
                <c16:uniqueId val="{00000009-FB00-4320-BD36-686123A5C054}"/>
              </c:ext>
            </c:extLst>
          </c:dPt>
          <c:cat>
            <c:strRef>
              <c:f>Sheet2!$CG$2:$CG$7</c:f>
              <c:strCache>
                <c:ptCount val="6"/>
                <c:pt idx="0">
                  <c:v>January</c:v>
                </c:pt>
                <c:pt idx="1">
                  <c:v>February</c:v>
                </c:pt>
                <c:pt idx="2">
                  <c:v>March</c:v>
                </c:pt>
                <c:pt idx="3">
                  <c:v>April</c:v>
                </c:pt>
                <c:pt idx="4">
                  <c:v>May</c:v>
                </c:pt>
                <c:pt idx="5">
                  <c:v>June</c:v>
                </c:pt>
              </c:strCache>
            </c:strRef>
          </c:cat>
          <c:val>
            <c:numRef>
              <c:f>Sheet2!$CI$2:$CI$7</c:f>
              <c:numCache>
                <c:formatCode>0.0000</c:formatCode>
                <c:ptCount val="6"/>
                <c:pt idx="0">
                  <c:v>1.164021164021164</c:v>
                </c:pt>
                <c:pt idx="1">
                  <c:v>1.1843575418994414</c:v>
                </c:pt>
                <c:pt idx="2">
                  <c:v>1.1358695652173914</c:v>
                </c:pt>
                <c:pt idx="3">
                  <c:v>1.0943396226415094</c:v>
                </c:pt>
                <c:pt idx="4">
                  <c:v>1.0655737704918034</c:v>
                </c:pt>
                <c:pt idx="5">
                  <c:v>1.0810810810810811</c:v>
                </c:pt>
              </c:numCache>
            </c:numRef>
          </c:val>
          <c:smooth val="0"/>
          <c:extLst>
            <c:ext xmlns:c16="http://schemas.microsoft.com/office/drawing/2014/chart" uri="{C3380CC4-5D6E-409C-BE32-E72D297353CC}">
              <c16:uniqueId val="{00000001-B2F3-4196-94F6-1869727D0F85}"/>
            </c:ext>
          </c:extLst>
        </c:ser>
        <c:dLbls>
          <c:showLegendKey val="0"/>
          <c:showVal val="0"/>
          <c:showCatName val="0"/>
          <c:showSerName val="0"/>
          <c:showPercent val="0"/>
          <c:showBubbleSize val="0"/>
        </c:dLbls>
        <c:smooth val="0"/>
        <c:axId val="302620208"/>
        <c:axId val="302618960"/>
      </c:lineChart>
      <c:catAx>
        <c:axId val="30262020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02618960"/>
        <c:crosses val="autoZero"/>
        <c:auto val="1"/>
        <c:lblAlgn val="ctr"/>
        <c:lblOffset val="100"/>
        <c:noMultiLvlLbl val="0"/>
      </c:catAx>
      <c:valAx>
        <c:axId val="302618960"/>
        <c:scaling>
          <c:orientation val="minMax"/>
        </c:scaling>
        <c:delete val="0"/>
        <c:axPos val="l"/>
        <c:numFmt formatCode="0.0000" sourceLinked="1"/>
        <c:majorTickMark val="none"/>
        <c:minorTickMark val="none"/>
        <c:tickLblPos val="none"/>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02620208"/>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lgn="l">
              <a:defRPr sz="1400" b="0" i="0" u="none" strike="noStrike" kern="1200" spc="0" baseline="0">
                <a:solidFill>
                  <a:schemeClr val="tx1">
                    <a:lumMod val="65000"/>
                    <a:lumOff val="35000"/>
                  </a:schemeClr>
                </a:solidFill>
                <a:latin typeface="+mn-lt"/>
                <a:ea typeface="+mn-ea"/>
                <a:cs typeface="+mn-cs"/>
              </a:defRPr>
            </a:pPr>
            <a:r>
              <a:rPr lang="en-US" sz="1800" b="1" dirty="0">
                <a:solidFill>
                  <a:schemeClr val="tx1"/>
                </a:solidFill>
              </a:rPr>
              <a:t>Top 10 </a:t>
            </a:r>
            <a:r>
              <a:rPr lang="en-US" sz="1800" b="1" dirty="0" err="1">
                <a:solidFill>
                  <a:schemeClr val="tx1"/>
                </a:solidFill>
              </a:rPr>
              <a:t>Products</a:t>
            </a:r>
            <a:endParaRPr lang="en-US" sz="1800" b="1" dirty="0">
              <a:solidFill>
                <a:schemeClr val="tx1"/>
              </a:solidFill>
            </a:endParaRPr>
          </a:p>
          <a:p>
            <a:pPr algn="l">
              <a:defRPr/>
            </a:pPr>
            <a:r>
              <a:rPr lang="en-US" sz="1800" b="1" dirty="0" err="1">
                <a:solidFill>
                  <a:schemeClr val="accent1"/>
                </a:solidFill>
              </a:rPr>
              <a:t>By</a:t>
            </a:r>
            <a:r>
              <a:rPr lang="en-US" sz="1800" b="1" baseline="0" dirty="0">
                <a:solidFill>
                  <a:schemeClr val="accent1"/>
                </a:solidFill>
              </a:rPr>
              <a:t> </a:t>
            </a:r>
            <a:r>
              <a:rPr lang="en-US" sz="1800" b="1" dirty="0">
                <a:solidFill>
                  <a:schemeClr val="accent1"/>
                </a:solidFill>
              </a:rPr>
              <a:t>Highest </a:t>
            </a:r>
            <a:r>
              <a:rPr lang="en-US" sz="1800" b="1" dirty="0" err="1">
                <a:solidFill>
                  <a:schemeClr val="accent1"/>
                </a:solidFill>
              </a:rPr>
              <a:t>Net Revenue</a:t>
            </a:r>
            <a:endParaRPr lang="en-US" sz="1800" b="1" dirty="0">
              <a:solidFill>
                <a:schemeClr val="accent1"/>
              </a:solidFill>
            </a:endParaRPr>
          </a:p>
        </c:rich>
      </c:tx>
      <c:layout>
        <c:manualLayout>
          <c:xMode val="edge"/>
          <c:yMode val="edge"/>
          <c:x val="4.7963495945196844E-3"/>
          <c:y val="2.4165751567974971E-3"/>
        </c:manualLayout>
      </c:layout>
      <c:overlay val="0"/>
      <c:spPr>
        <a:noFill/>
        <a:ln>
          <a:noFill/>
        </a:ln>
        <a:effectLst/>
      </c:spPr>
      <c:txPr>
        <a:bodyPr rot="0" spcFirstLastPara="1" vertOverflow="ellipsis" vert="horz" wrap="square" anchor="ctr" anchorCtr="1"/>
        <a:lstStyle/>
        <a:p>
          <a:pPr algn="l">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bar"/>
        <c:grouping val="clustered"/>
        <c:varyColors val="0"/>
        <c:ser>
          <c:idx val="0"/>
          <c:order val="0"/>
          <c:tx>
            <c:strRef>
              <c:f>Sheet2!$CM$1</c:f>
              <c:strCache>
                <c:ptCount val="1"/>
                <c:pt idx="0">
                  <c:v>Net Revenue</c:v>
                </c:pt>
              </c:strCache>
            </c:strRef>
          </c:tx>
          <c:spPr>
            <a:solidFill>
              <a:schemeClr val="accent1"/>
            </a:solidFill>
            <a:ln>
              <a:noFill/>
            </a:ln>
            <a:effectLst/>
          </c:spPr>
          <c:invertIfNegative val="0"/>
          <c:dPt>
            <c:idx val="0"/>
            <c:invertIfNegative val="0"/>
            <c:bubble3D val="0"/>
            <c:spPr>
              <a:solidFill>
                <a:schemeClr val="accent1">
                  <a:lumMod val="75000"/>
                </a:schemeClr>
              </a:solidFill>
              <a:ln>
                <a:noFill/>
              </a:ln>
              <a:effectLst/>
            </c:spPr>
            <c:extLst>
              <c:ext xmlns:c16="http://schemas.microsoft.com/office/drawing/2014/chart" uri="{C3380CC4-5D6E-409C-BE32-E72D297353CC}">
                <c16:uniqueId val="{0000000B-42C4-4E57-BCAC-381D7D1CCEA6}"/>
              </c:ext>
            </c:extLst>
          </c:dPt>
          <c:dPt>
            <c:idx val="1"/>
            <c:invertIfNegative val="0"/>
            <c:bubble3D val="0"/>
            <c:spPr>
              <a:solidFill>
                <a:schemeClr val="accent1">
                  <a:lumMod val="75000"/>
                </a:schemeClr>
              </a:solidFill>
              <a:ln>
                <a:noFill/>
              </a:ln>
              <a:effectLst/>
            </c:spPr>
            <c:extLst>
              <c:ext xmlns:c16="http://schemas.microsoft.com/office/drawing/2014/chart" uri="{C3380CC4-5D6E-409C-BE32-E72D297353CC}">
                <c16:uniqueId val="{0000000A-42C4-4E57-BCAC-381D7D1CCEA6}"/>
              </c:ext>
            </c:extLst>
          </c:dPt>
          <c:dPt>
            <c:idx val="2"/>
            <c:invertIfNegative val="0"/>
            <c:bubble3D val="0"/>
            <c:spPr>
              <a:solidFill>
                <a:schemeClr val="accent1"/>
              </a:solidFill>
              <a:ln>
                <a:noFill/>
              </a:ln>
              <a:effectLst/>
            </c:spPr>
            <c:extLst>
              <c:ext xmlns:c16="http://schemas.microsoft.com/office/drawing/2014/chart" uri="{C3380CC4-5D6E-409C-BE32-E72D297353CC}">
                <c16:uniqueId val="{00000009-42C4-4E57-BCAC-381D7D1CCEA6}"/>
              </c:ext>
            </c:extLst>
          </c:dPt>
          <c:dPt>
            <c:idx val="3"/>
            <c:invertIfNegative val="0"/>
            <c:bubble3D val="0"/>
            <c:spPr>
              <a:solidFill>
                <a:schemeClr val="accent1"/>
              </a:solidFill>
              <a:ln>
                <a:noFill/>
              </a:ln>
              <a:effectLst/>
            </c:spPr>
            <c:extLst>
              <c:ext xmlns:c16="http://schemas.microsoft.com/office/drawing/2014/chart" uri="{C3380CC4-5D6E-409C-BE32-E72D297353CC}">
                <c16:uniqueId val="{00000008-42C4-4E57-BCAC-381D7D1CCEA6}"/>
              </c:ext>
            </c:extLst>
          </c:dPt>
          <c:dPt>
            <c:idx val="4"/>
            <c:invertIfNegative val="0"/>
            <c:bubble3D val="0"/>
            <c:spPr>
              <a:solidFill>
                <a:schemeClr val="accent1">
                  <a:lumMod val="60000"/>
                  <a:lumOff val="40000"/>
                </a:schemeClr>
              </a:solidFill>
              <a:ln>
                <a:noFill/>
              </a:ln>
              <a:effectLst/>
            </c:spPr>
            <c:extLst>
              <c:ext xmlns:c16="http://schemas.microsoft.com/office/drawing/2014/chart" uri="{C3380CC4-5D6E-409C-BE32-E72D297353CC}">
                <c16:uniqueId val="{00000007-42C4-4E57-BCAC-381D7D1CCEA6}"/>
              </c:ext>
            </c:extLst>
          </c:dPt>
          <c:dPt>
            <c:idx val="5"/>
            <c:invertIfNegative val="0"/>
            <c:bubble3D val="0"/>
            <c:spPr>
              <a:solidFill>
                <a:schemeClr val="accent1">
                  <a:lumMod val="60000"/>
                  <a:lumOff val="40000"/>
                </a:schemeClr>
              </a:solidFill>
              <a:ln>
                <a:noFill/>
              </a:ln>
              <a:effectLst/>
            </c:spPr>
            <c:extLst>
              <c:ext xmlns:c16="http://schemas.microsoft.com/office/drawing/2014/chart" uri="{C3380CC4-5D6E-409C-BE32-E72D297353CC}">
                <c16:uniqueId val="{00000006-42C4-4E57-BCAC-381D7D1CCEA6}"/>
              </c:ext>
            </c:extLst>
          </c:dPt>
          <c:dPt>
            <c:idx val="6"/>
            <c:invertIfNegative val="0"/>
            <c:bubble3D val="0"/>
            <c:spPr>
              <a:solidFill>
                <a:schemeClr val="accent1">
                  <a:lumMod val="40000"/>
                  <a:lumOff val="60000"/>
                </a:schemeClr>
              </a:solidFill>
              <a:ln>
                <a:noFill/>
              </a:ln>
              <a:effectLst/>
            </c:spPr>
            <c:extLst>
              <c:ext xmlns:c16="http://schemas.microsoft.com/office/drawing/2014/chart" uri="{C3380CC4-5D6E-409C-BE32-E72D297353CC}">
                <c16:uniqueId val="{00000005-42C4-4E57-BCAC-381D7D1CCEA6}"/>
              </c:ext>
            </c:extLst>
          </c:dPt>
          <c:dPt>
            <c:idx val="7"/>
            <c:invertIfNegative val="0"/>
            <c:bubble3D val="0"/>
            <c:spPr>
              <a:solidFill>
                <a:schemeClr val="accent1">
                  <a:lumMod val="40000"/>
                  <a:lumOff val="60000"/>
                </a:schemeClr>
              </a:solidFill>
              <a:ln>
                <a:noFill/>
              </a:ln>
              <a:effectLst/>
            </c:spPr>
            <c:extLst>
              <c:ext xmlns:c16="http://schemas.microsoft.com/office/drawing/2014/chart" uri="{C3380CC4-5D6E-409C-BE32-E72D297353CC}">
                <c16:uniqueId val="{00000004-42C4-4E57-BCAC-381D7D1CCEA6}"/>
              </c:ext>
            </c:extLst>
          </c:dPt>
          <c:dPt>
            <c:idx val="8"/>
            <c:invertIfNegative val="0"/>
            <c:bubble3D val="0"/>
            <c:spPr>
              <a:solidFill>
                <a:schemeClr val="accent1">
                  <a:lumMod val="20000"/>
                  <a:lumOff val="80000"/>
                </a:schemeClr>
              </a:solidFill>
              <a:ln>
                <a:noFill/>
              </a:ln>
              <a:effectLst/>
            </c:spPr>
            <c:extLst>
              <c:ext xmlns:c16="http://schemas.microsoft.com/office/drawing/2014/chart" uri="{C3380CC4-5D6E-409C-BE32-E72D297353CC}">
                <c16:uniqueId val="{00000003-42C4-4E57-BCAC-381D7D1CCEA6}"/>
              </c:ext>
            </c:extLst>
          </c:dPt>
          <c:dPt>
            <c:idx val="9"/>
            <c:invertIfNegative val="0"/>
            <c:bubble3D val="0"/>
            <c:spPr>
              <a:solidFill>
                <a:schemeClr val="accent1">
                  <a:lumMod val="20000"/>
                  <a:lumOff val="80000"/>
                </a:schemeClr>
              </a:solidFill>
              <a:ln>
                <a:solidFill>
                  <a:schemeClr val="accent1">
                    <a:lumMod val="20000"/>
                    <a:lumOff val="80000"/>
                  </a:schemeClr>
                </a:solidFill>
              </a:ln>
              <a:effectLst/>
            </c:spPr>
            <c:extLst>
              <c:ext xmlns:c16="http://schemas.microsoft.com/office/drawing/2014/chart" uri="{C3380CC4-5D6E-409C-BE32-E72D297353CC}">
                <c16:uniqueId val="{00000002-42C4-4E57-BCAC-381D7D1CCEA6}"/>
              </c:ext>
            </c:extLst>
          </c:dPt>
          <c:dLbls>
            <c:numFmt formatCode="&quot;Rp&quot;0.00,,\ &quot;M&quot;" sourceLinked="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Sheet2!$CL$2:$CL$11</c:f>
              <c:strCache>
                <c:ptCount val="10"/>
                <c:pt idx="0">
                  <c:v>Handbags Tesse 41</c:v>
                </c:pt>
                <c:pt idx="1">
                  <c:v>Handbags Sybren 16</c:v>
                </c:pt>
                <c:pt idx="2">
                  <c:v>Handbags Arcova 39</c:v>
                </c:pt>
                <c:pt idx="3">
                  <c:v>Handbags Elova 92</c:v>
                </c:pt>
                <c:pt idx="4">
                  <c:v>Handbags Cantera 58</c:v>
                </c:pt>
                <c:pt idx="5">
                  <c:v>Handbags Elova 21</c:v>
                </c:pt>
                <c:pt idx="6">
                  <c:v>Handbags Mirela 30</c:v>
                </c:pt>
                <c:pt idx="7">
                  <c:v>Shoes Sybren 45</c:v>
                </c:pt>
                <c:pt idx="8">
                  <c:v>Shoes Arcova 83</c:v>
                </c:pt>
                <c:pt idx="9">
                  <c:v>Handbags Arcova 68</c:v>
                </c:pt>
              </c:strCache>
            </c:strRef>
          </c:cat>
          <c:val>
            <c:numRef>
              <c:f>Sheet2!$CM$2:$CM$11</c:f>
              <c:numCache>
                <c:formatCode>"Rp"#,##0</c:formatCode>
                <c:ptCount val="10"/>
                <c:pt idx="0">
                  <c:v>299745000</c:v>
                </c:pt>
                <c:pt idx="1">
                  <c:v>245296000</c:v>
                </c:pt>
                <c:pt idx="2">
                  <c:v>243631000</c:v>
                </c:pt>
                <c:pt idx="3">
                  <c:v>240725000</c:v>
                </c:pt>
                <c:pt idx="4">
                  <c:v>178153000</c:v>
                </c:pt>
                <c:pt idx="5">
                  <c:v>178140500</c:v>
                </c:pt>
                <c:pt idx="6">
                  <c:v>177297500</c:v>
                </c:pt>
                <c:pt idx="7">
                  <c:v>174163000</c:v>
                </c:pt>
                <c:pt idx="8">
                  <c:v>165617000</c:v>
                </c:pt>
                <c:pt idx="9">
                  <c:v>160987500</c:v>
                </c:pt>
              </c:numCache>
            </c:numRef>
          </c:val>
          <c:extLst>
            <c:ext xmlns:c16="http://schemas.microsoft.com/office/drawing/2014/chart" uri="{C3380CC4-5D6E-409C-BE32-E72D297353CC}">
              <c16:uniqueId val="{00000000-42C4-4E57-BCAC-381D7D1CCEA6}"/>
            </c:ext>
          </c:extLst>
        </c:ser>
        <c:dLbls>
          <c:dLblPos val="outEnd"/>
          <c:showLegendKey val="0"/>
          <c:showVal val="1"/>
          <c:showCatName val="0"/>
          <c:showSerName val="0"/>
          <c:showPercent val="0"/>
          <c:showBubbleSize val="0"/>
        </c:dLbls>
        <c:gapWidth val="182"/>
        <c:axId val="947270560"/>
        <c:axId val="947270976"/>
      </c:barChart>
      <c:catAx>
        <c:axId val="947270560"/>
        <c:scaling>
          <c:orientation val="maxMin"/>
        </c:scaling>
        <c:delete val="0"/>
        <c:axPos val="l"/>
        <c:numFmt formatCode="General" sourceLinked="1"/>
        <c:majorTickMark val="none"/>
        <c:minorTickMark val="none"/>
        <c:tickLblPos val="nextTo"/>
        <c:spPr>
          <a:noFill/>
          <a:ln w="9525" cap="flat" cmpd="sng" algn="ctr">
            <a:no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47270976"/>
        <c:crosses val="autoZero"/>
        <c:auto val="1"/>
        <c:lblAlgn val="ctr"/>
        <c:lblOffset val="100"/>
        <c:noMultiLvlLbl val="0"/>
      </c:catAx>
      <c:valAx>
        <c:axId val="947270976"/>
        <c:scaling>
          <c:orientation val="minMax"/>
        </c:scaling>
        <c:delete val="1"/>
        <c:axPos val="t"/>
        <c:numFmt formatCode="&quot;Rp&quot;#,##0" sourceLinked="1"/>
        <c:majorTickMark val="none"/>
        <c:minorTickMark val="none"/>
        <c:tickLblPos val="nextTo"/>
        <c:crossAx val="947270560"/>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lgn="l">
              <a:defRPr sz="1400" b="0" i="0" u="none" strike="noStrike" kern="1200" spc="0" baseline="0">
                <a:solidFill>
                  <a:schemeClr val="tx1">
                    <a:lumMod val="65000"/>
                    <a:lumOff val="35000"/>
                  </a:schemeClr>
                </a:solidFill>
                <a:latin typeface="+mn-lt"/>
                <a:ea typeface="+mn-ea"/>
                <a:cs typeface="+mn-cs"/>
              </a:defRPr>
            </a:pPr>
            <a:r>
              <a:rPr lang="en-US" sz="1800" b="1" i="0" baseline="0" dirty="0">
                <a:solidFill>
                  <a:schemeClr val="tx1"/>
                </a:solidFill>
                <a:effectLst/>
              </a:rPr>
              <a:t>Top 10 </a:t>
            </a:r>
            <a:r>
              <a:rPr lang="en-US" sz="1800" b="1" i="0" baseline="0" dirty="0" err="1">
                <a:solidFill>
                  <a:schemeClr val="tx1"/>
                </a:solidFill>
                <a:effectLst/>
              </a:rPr>
              <a:t>Products</a:t>
            </a:r>
            <a:endParaRPr lang="en-ID" dirty="0">
              <a:solidFill>
                <a:schemeClr val="tx1"/>
              </a:solidFill>
              <a:effectLst/>
            </a:endParaRPr>
          </a:p>
          <a:p>
            <a:pPr algn="l">
              <a:defRPr/>
            </a:pPr>
            <a:r>
              <a:rPr lang="en-US" sz="1800" b="1" i="0" baseline="0" dirty="0" err="1">
                <a:solidFill>
                  <a:schemeClr val="accent2">
                    <a:lumMod val="75000"/>
                  </a:schemeClr>
                </a:solidFill>
                <a:effectLst/>
              </a:rPr>
              <a:t>By</a:t>
            </a:r>
            <a:r>
              <a:rPr lang="en-US" sz="1800" b="1" i="0" baseline="0" dirty="0">
                <a:solidFill>
                  <a:schemeClr val="accent2">
                    <a:lumMod val="75000"/>
                  </a:schemeClr>
                </a:solidFill>
                <a:effectLst/>
              </a:rPr>
              <a:t> Lowest </a:t>
            </a:r>
            <a:r>
              <a:rPr lang="en-US" sz="1800" b="1" i="0" baseline="0" dirty="0" err="1">
                <a:solidFill>
                  <a:schemeClr val="accent2">
                    <a:lumMod val="75000"/>
                  </a:schemeClr>
                </a:solidFill>
                <a:effectLst/>
              </a:rPr>
              <a:t>Net Revenue</a:t>
            </a:r>
            <a:endParaRPr lang="en-ID" dirty="0">
              <a:solidFill>
                <a:schemeClr val="accent2">
                  <a:lumMod val="75000"/>
                </a:schemeClr>
              </a:solidFill>
              <a:effectLst/>
            </a:endParaRPr>
          </a:p>
        </c:rich>
      </c:tx>
      <c:layout>
        <c:manualLayout>
          <c:xMode val="edge"/>
          <c:yMode val="edge"/>
          <c:x val="1.8786990822249116E-2"/>
          <c:y val="0"/>
        </c:manualLayout>
      </c:layout>
      <c:overlay val="0"/>
      <c:spPr>
        <a:noFill/>
        <a:ln>
          <a:noFill/>
        </a:ln>
        <a:effectLst/>
      </c:spPr>
      <c:txPr>
        <a:bodyPr rot="0" spcFirstLastPara="1" vertOverflow="ellipsis" vert="horz" wrap="square" anchor="ctr" anchorCtr="1"/>
        <a:lstStyle/>
        <a:p>
          <a:pPr algn="l">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bar"/>
        <c:grouping val="clustered"/>
        <c:varyColors val="0"/>
        <c:ser>
          <c:idx val="0"/>
          <c:order val="0"/>
          <c:tx>
            <c:strRef>
              <c:f>Sheet2!$CP$1</c:f>
              <c:strCache>
                <c:ptCount val="1"/>
                <c:pt idx="0">
                  <c:v>Net Revenue</c:v>
                </c:pt>
              </c:strCache>
            </c:strRef>
          </c:tx>
          <c:spPr>
            <a:solidFill>
              <a:schemeClr val="accent1"/>
            </a:solidFill>
            <a:ln>
              <a:noFill/>
            </a:ln>
            <a:effectLst/>
          </c:spPr>
          <c:invertIfNegative val="0"/>
          <c:dPt>
            <c:idx val="0"/>
            <c:invertIfNegative val="0"/>
            <c:bubble3D val="0"/>
            <c:spPr>
              <a:solidFill>
                <a:schemeClr val="accent2">
                  <a:lumMod val="20000"/>
                  <a:lumOff val="80000"/>
                </a:schemeClr>
              </a:solidFill>
              <a:ln>
                <a:noFill/>
              </a:ln>
              <a:effectLst/>
            </c:spPr>
            <c:extLst>
              <c:ext xmlns:c16="http://schemas.microsoft.com/office/drawing/2014/chart" uri="{C3380CC4-5D6E-409C-BE32-E72D297353CC}">
                <c16:uniqueId val="{00000002-BD19-4C98-9F30-0A78B156C3C6}"/>
              </c:ext>
            </c:extLst>
          </c:dPt>
          <c:dPt>
            <c:idx val="1"/>
            <c:invertIfNegative val="0"/>
            <c:bubble3D val="0"/>
            <c:spPr>
              <a:solidFill>
                <a:schemeClr val="accent2">
                  <a:lumMod val="20000"/>
                  <a:lumOff val="80000"/>
                </a:schemeClr>
              </a:solidFill>
              <a:ln>
                <a:noFill/>
              </a:ln>
              <a:effectLst/>
            </c:spPr>
            <c:extLst>
              <c:ext xmlns:c16="http://schemas.microsoft.com/office/drawing/2014/chart" uri="{C3380CC4-5D6E-409C-BE32-E72D297353CC}">
                <c16:uniqueId val="{00000003-BD19-4C98-9F30-0A78B156C3C6}"/>
              </c:ext>
            </c:extLst>
          </c:dPt>
          <c:dPt>
            <c:idx val="2"/>
            <c:invertIfNegative val="0"/>
            <c:bubble3D val="0"/>
            <c:spPr>
              <a:solidFill>
                <a:schemeClr val="accent2">
                  <a:lumMod val="40000"/>
                  <a:lumOff val="60000"/>
                </a:schemeClr>
              </a:solidFill>
              <a:ln>
                <a:noFill/>
              </a:ln>
              <a:effectLst/>
            </c:spPr>
            <c:extLst>
              <c:ext xmlns:c16="http://schemas.microsoft.com/office/drawing/2014/chart" uri="{C3380CC4-5D6E-409C-BE32-E72D297353CC}">
                <c16:uniqueId val="{00000004-BD19-4C98-9F30-0A78B156C3C6}"/>
              </c:ext>
            </c:extLst>
          </c:dPt>
          <c:dPt>
            <c:idx val="3"/>
            <c:invertIfNegative val="0"/>
            <c:bubble3D val="0"/>
            <c:spPr>
              <a:solidFill>
                <a:schemeClr val="accent2">
                  <a:lumMod val="40000"/>
                  <a:lumOff val="60000"/>
                </a:schemeClr>
              </a:solidFill>
              <a:ln>
                <a:noFill/>
              </a:ln>
              <a:effectLst/>
            </c:spPr>
            <c:extLst>
              <c:ext xmlns:c16="http://schemas.microsoft.com/office/drawing/2014/chart" uri="{C3380CC4-5D6E-409C-BE32-E72D297353CC}">
                <c16:uniqueId val="{00000005-BD19-4C98-9F30-0A78B156C3C6}"/>
              </c:ext>
            </c:extLst>
          </c:dPt>
          <c:dPt>
            <c:idx val="4"/>
            <c:invertIfNegative val="0"/>
            <c:bubble3D val="0"/>
            <c:spPr>
              <a:solidFill>
                <a:schemeClr val="accent2">
                  <a:lumMod val="60000"/>
                  <a:lumOff val="40000"/>
                </a:schemeClr>
              </a:solidFill>
              <a:ln>
                <a:noFill/>
              </a:ln>
              <a:effectLst/>
            </c:spPr>
            <c:extLst>
              <c:ext xmlns:c16="http://schemas.microsoft.com/office/drawing/2014/chart" uri="{C3380CC4-5D6E-409C-BE32-E72D297353CC}">
                <c16:uniqueId val="{00000006-BD19-4C98-9F30-0A78B156C3C6}"/>
              </c:ext>
            </c:extLst>
          </c:dPt>
          <c:dPt>
            <c:idx val="5"/>
            <c:invertIfNegative val="0"/>
            <c:bubble3D val="0"/>
            <c:spPr>
              <a:solidFill>
                <a:schemeClr val="accent2">
                  <a:lumMod val="60000"/>
                  <a:lumOff val="40000"/>
                </a:schemeClr>
              </a:solidFill>
              <a:ln>
                <a:noFill/>
              </a:ln>
              <a:effectLst/>
            </c:spPr>
            <c:extLst>
              <c:ext xmlns:c16="http://schemas.microsoft.com/office/drawing/2014/chart" uri="{C3380CC4-5D6E-409C-BE32-E72D297353CC}">
                <c16:uniqueId val="{00000007-BD19-4C98-9F30-0A78B156C3C6}"/>
              </c:ext>
            </c:extLst>
          </c:dPt>
          <c:dPt>
            <c:idx val="6"/>
            <c:invertIfNegative val="0"/>
            <c:bubble3D val="0"/>
            <c:spPr>
              <a:solidFill>
                <a:schemeClr val="accent2"/>
              </a:solidFill>
              <a:ln>
                <a:noFill/>
              </a:ln>
              <a:effectLst/>
            </c:spPr>
            <c:extLst>
              <c:ext xmlns:c16="http://schemas.microsoft.com/office/drawing/2014/chart" uri="{C3380CC4-5D6E-409C-BE32-E72D297353CC}">
                <c16:uniqueId val="{00000008-BD19-4C98-9F30-0A78B156C3C6}"/>
              </c:ext>
            </c:extLst>
          </c:dPt>
          <c:dPt>
            <c:idx val="7"/>
            <c:invertIfNegative val="0"/>
            <c:bubble3D val="0"/>
            <c:spPr>
              <a:solidFill>
                <a:schemeClr val="accent2"/>
              </a:solidFill>
              <a:ln>
                <a:noFill/>
              </a:ln>
              <a:effectLst/>
            </c:spPr>
            <c:extLst>
              <c:ext xmlns:c16="http://schemas.microsoft.com/office/drawing/2014/chart" uri="{C3380CC4-5D6E-409C-BE32-E72D297353CC}">
                <c16:uniqueId val="{00000009-BD19-4C98-9F30-0A78B156C3C6}"/>
              </c:ext>
            </c:extLst>
          </c:dPt>
          <c:dPt>
            <c:idx val="8"/>
            <c:invertIfNegative val="0"/>
            <c:bubble3D val="0"/>
            <c:spPr>
              <a:solidFill>
                <a:schemeClr val="accent2">
                  <a:lumMod val="75000"/>
                </a:schemeClr>
              </a:solidFill>
              <a:ln>
                <a:noFill/>
              </a:ln>
              <a:effectLst/>
            </c:spPr>
            <c:extLst>
              <c:ext xmlns:c16="http://schemas.microsoft.com/office/drawing/2014/chart" uri="{C3380CC4-5D6E-409C-BE32-E72D297353CC}">
                <c16:uniqueId val="{0000000A-BD19-4C98-9F30-0A78B156C3C6}"/>
              </c:ext>
            </c:extLst>
          </c:dPt>
          <c:dPt>
            <c:idx val="9"/>
            <c:invertIfNegative val="0"/>
            <c:bubble3D val="0"/>
            <c:spPr>
              <a:solidFill>
                <a:schemeClr val="accent2">
                  <a:lumMod val="75000"/>
                </a:schemeClr>
              </a:solidFill>
              <a:ln>
                <a:noFill/>
              </a:ln>
              <a:effectLst/>
            </c:spPr>
            <c:extLst>
              <c:ext xmlns:c16="http://schemas.microsoft.com/office/drawing/2014/chart" uri="{C3380CC4-5D6E-409C-BE32-E72D297353CC}">
                <c16:uniqueId val="{0000000B-BD19-4C98-9F30-0A78B156C3C6}"/>
              </c:ext>
            </c:extLst>
          </c:dPt>
          <c:dLbls>
            <c:numFmt formatCode="&quot;Rp&quot;0.00,,\ &quot;M&quot;" sourceLinked="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Sheet2!$CO$2:$CO$11</c:f>
              <c:strCache>
                <c:ptCount val="10"/>
                <c:pt idx="0">
                  <c:v>Ready-To-Wear Mirela 26</c:v>
                </c:pt>
                <c:pt idx="1">
                  <c:v>Accessories Luria 40</c:v>
                </c:pt>
                <c:pt idx="2">
                  <c:v>Ready-To-Wear Cantera 40</c:v>
                </c:pt>
                <c:pt idx="3">
                  <c:v>Small Leather Goods Norvik 57</c:v>
                </c:pt>
                <c:pt idx="4">
                  <c:v>Accessories Luria 64</c:v>
                </c:pt>
                <c:pt idx="5">
                  <c:v>Ready-To-Wear Sybren 47</c:v>
                </c:pt>
                <c:pt idx="6">
                  <c:v>Accessories Sybren 57</c:v>
                </c:pt>
                <c:pt idx="7">
                  <c:v>Accessories Arcova 48</c:v>
                </c:pt>
                <c:pt idx="8">
                  <c:v>Ready-To-Wear Norvik 42</c:v>
                </c:pt>
                <c:pt idx="9">
                  <c:v>Ready-To-Wear Tesse 59</c:v>
                </c:pt>
              </c:strCache>
            </c:strRef>
          </c:cat>
          <c:val>
            <c:numRef>
              <c:f>Sheet2!$CP$2:$CP$11</c:f>
              <c:numCache>
                <c:formatCode>_-[$Rp-3809]* #,##0_-;\-[$Rp-3809]* #,##0_-;_-[$Rp-3809]* "-"??_-;_-@_-</c:formatCode>
                <c:ptCount val="10"/>
                <c:pt idx="0">
                  <c:v>8366500</c:v>
                </c:pt>
                <c:pt idx="1">
                  <c:v>9762500</c:v>
                </c:pt>
                <c:pt idx="2">
                  <c:v>11866000</c:v>
                </c:pt>
                <c:pt idx="3">
                  <c:v>13012000</c:v>
                </c:pt>
                <c:pt idx="4">
                  <c:v>13474000</c:v>
                </c:pt>
                <c:pt idx="5">
                  <c:v>14365000</c:v>
                </c:pt>
                <c:pt idx="6">
                  <c:v>14434500</c:v>
                </c:pt>
                <c:pt idx="7">
                  <c:v>15277500</c:v>
                </c:pt>
                <c:pt idx="8">
                  <c:v>15302000</c:v>
                </c:pt>
                <c:pt idx="9">
                  <c:v>16276000</c:v>
                </c:pt>
              </c:numCache>
            </c:numRef>
          </c:val>
          <c:extLst>
            <c:ext xmlns:c16="http://schemas.microsoft.com/office/drawing/2014/chart" uri="{C3380CC4-5D6E-409C-BE32-E72D297353CC}">
              <c16:uniqueId val="{00000000-BD19-4C98-9F30-0A78B156C3C6}"/>
            </c:ext>
          </c:extLst>
        </c:ser>
        <c:dLbls>
          <c:dLblPos val="outEnd"/>
          <c:showLegendKey val="0"/>
          <c:showVal val="1"/>
          <c:showCatName val="0"/>
          <c:showSerName val="0"/>
          <c:showPercent val="0"/>
          <c:showBubbleSize val="0"/>
        </c:dLbls>
        <c:gapWidth val="182"/>
        <c:axId val="708463440"/>
        <c:axId val="708456368"/>
      </c:barChart>
      <c:catAx>
        <c:axId val="708463440"/>
        <c:scaling>
          <c:orientation val="maxMin"/>
        </c:scaling>
        <c:delete val="0"/>
        <c:axPos val="l"/>
        <c:numFmt formatCode="General" sourceLinked="1"/>
        <c:majorTickMark val="none"/>
        <c:minorTickMark val="none"/>
        <c:tickLblPos val="nextTo"/>
        <c:spPr>
          <a:noFill/>
          <a:ln w="9525" cap="flat" cmpd="sng" algn="ctr">
            <a:no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08456368"/>
        <c:crosses val="autoZero"/>
        <c:auto val="1"/>
        <c:lblAlgn val="ctr"/>
        <c:lblOffset val="100"/>
        <c:noMultiLvlLbl val="0"/>
      </c:catAx>
      <c:valAx>
        <c:axId val="708456368"/>
        <c:scaling>
          <c:orientation val="minMax"/>
        </c:scaling>
        <c:delete val="1"/>
        <c:axPos val="t"/>
        <c:numFmt formatCode="_-[$Rp-3809]* #,##0_-;\-[$Rp-3809]* #,##0_-;_-[$Rp-3809]* &quot;-&quot;??_-;_-@_-" sourceLinked="1"/>
        <c:majorTickMark val="none"/>
        <c:minorTickMark val="none"/>
        <c:tickLblPos val="nextTo"/>
        <c:crossAx val="708463440"/>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764B37-5ACA-4677-BDBD-ACBB4163AE5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D"/>
          </a:p>
        </p:txBody>
      </p:sp>
      <p:sp>
        <p:nvSpPr>
          <p:cNvPr id="3" name="Subtitle 2">
            <a:extLst>
              <a:ext uri="{FF2B5EF4-FFF2-40B4-BE49-F238E27FC236}">
                <a16:creationId xmlns:a16="http://schemas.microsoft.com/office/drawing/2014/main" id="{99F19AD0-BF37-4D86-87B0-FF6BA9FA635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D"/>
          </a:p>
        </p:txBody>
      </p:sp>
      <p:sp>
        <p:nvSpPr>
          <p:cNvPr id="4" name="Date Placeholder 3">
            <a:extLst>
              <a:ext uri="{FF2B5EF4-FFF2-40B4-BE49-F238E27FC236}">
                <a16:creationId xmlns:a16="http://schemas.microsoft.com/office/drawing/2014/main" id="{BE99159D-39D8-46B8-9E8F-1BA1F640459D}"/>
              </a:ext>
            </a:extLst>
          </p:cNvPr>
          <p:cNvSpPr>
            <a:spLocks noGrp="1"/>
          </p:cNvSpPr>
          <p:nvPr>
            <p:ph type="dt" sz="half" idx="10"/>
          </p:nvPr>
        </p:nvSpPr>
        <p:spPr/>
        <p:txBody>
          <a:bodyPr/>
          <a:lstStyle/>
          <a:p>
            <a:fld id="{CA1BE929-10FF-4CA1-BA2B-FA68668346CC}" type="datetimeFigureOut">
              <a:rPr lang="en-ID" smtClean="0"/>
              <a:t>24/10/2026</a:t>
            </a:fld>
            <a:endParaRPr lang="en-ID"/>
          </a:p>
        </p:txBody>
      </p:sp>
      <p:sp>
        <p:nvSpPr>
          <p:cNvPr id="5" name="Footer Placeholder 4">
            <a:extLst>
              <a:ext uri="{FF2B5EF4-FFF2-40B4-BE49-F238E27FC236}">
                <a16:creationId xmlns:a16="http://schemas.microsoft.com/office/drawing/2014/main" id="{3A89B970-03D2-4B7C-803F-6ACD4681E3FC}"/>
              </a:ext>
            </a:extLst>
          </p:cNvPr>
          <p:cNvSpPr>
            <a:spLocks noGrp="1"/>
          </p:cNvSpPr>
          <p:nvPr>
            <p:ph type="ftr" sz="quarter" idx="11"/>
          </p:nvPr>
        </p:nvSpPr>
        <p:spPr/>
        <p:txBody>
          <a:bodyPr/>
          <a:lstStyle/>
          <a:p>
            <a:endParaRPr lang="en-ID"/>
          </a:p>
        </p:txBody>
      </p:sp>
      <p:sp>
        <p:nvSpPr>
          <p:cNvPr id="6" name="Slide Number Placeholder 5">
            <a:extLst>
              <a:ext uri="{FF2B5EF4-FFF2-40B4-BE49-F238E27FC236}">
                <a16:creationId xmlns:a16="http://schemas.microsoft.com/office/drawing/2014/main" id="{7C728471-4E19-41FE-9B64-4843D4FBF77F}"/>
              </a:ext>
            </a:extLst>
          </p:cNvPr>
          <p:cNvSpPr>
            <a:spLocks noGrp="1"/>
          </p:cNvSpPr>
          <p:nvPr>
            <p:ph type="sldNum" sz="quarter" idx="12"/>
          </p:nvPr>
        </p:nvSpPr>
        <p:spPr/>
        <p:txBody>
          <a:bodyPr/>
          <a:lstStyle/>
          <a:p>
            <a:fld id="{FAD95B14-98E3-44B2-8E00-A1A5AEEE84B8}" type="slidenum">
              <a:rPr lang="en-ID" smtClean="0"/>
              <a:t>‹#›</a:t>
            </a:fld>
            <a:endParaRPr lang="en-ID"/>
          </a:p>
        </p:txBody>
      </p:sp>
    </p:spTree>
    <p:extLst>
      <p:ext uri="{BB962C8B-B14F-4D97-AF65-F5344CB8AC3E}">
        <p14:creationId xmlns:p14="http://schemas.microsoft.com/office/powerpoint/2010/main" val="14303133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D963E8-1DCE-467C-8075-EC49ED74CFA7}"/>
              </a:ext>
            </a:extLst>
          </p:cNvPr>
          <p:cNvSpPr>
            <a:spLocks noGrp="1"/>
          </p:cNvSpPr>
          <p:nvPr>
            <p:ph type="title"/>
          </p:nvPr>
        </p:nvSpPr>
        <p:spPr/>
        <p:txBody>
          <a:bodyPr/>
          <a:lstStyle/>
          <a:p>
            <a:r>
              <a:rPr lang="en-US"/>
              <a:t>Click to edit Master title style</a:t>
            </a:r>
            <a:endParaRPr lang="en-ID"/>
          </a:p>
        </p:txBody>
      </p:sp>
      <p:sp>
        <p:nvSpPr>
          <p:cNvPr id="3" name="Content Placeholder 2">
            <a:extLst>
              <a:ext uri="{FF2B5EF4-FFF2-40B4-BE49-F238E27FC236}">
                <a16:creationId xmlns:a16="http://schemas.microsoft.com/office/drawing/2014/main" id="{67BBB843-D0DE-4AEC-A383-44C98210E50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Date Placeholder 3">
            <a:extLst>
              <a:ext uri="{FF2B5EF4-FFF2-40B4-BE49-F238E27FC236}">
                <a16:creationId xmlns:a16="http://schemas.microsoft.com/office/drawing/2014/main" id="{36F632CE-F115-482A-993F-A7D4B61BFADA}"/>
              </a:ext>
            </a:extLst>
          </p:cNvPr>
          <p:cNvSpPr>
            <a:spLocks noGrp="1"/>
          </p:cNvSpPr>
          <p:nvPr>
            <p:ph type="dt" sz="half" idx="10"/>
          </p:nvPr>
        </p:nvSpPr>
        <p:spPr/>
        <p:txBody>
          <a:bodyPr/>
          <a:lstStyle/>
          <a:p>
            <a:fld id="{CA1BE929-10FF-4CA1-BA2B-FA68668346CC}" type="datetimeFigureOut">
              <a:rPr lang="en-ID" smtClean="0"/>
              <a:t>24/10/2026</a:t>
            </a:fld>
            <a:endParaRPr lang="en-ID"/>
          </a:p>
        </p:txBody>
      </p:sp>
      <p:sp>
        <p:nvSpPr>
          <p:cNvPr id="5" name="Footer Placeholder 4">
            <a:extLst>
              <a:ext uri="{FF2B5EF4-FFF2-40B4-BE49-F238E27FC236}">
                <a16:creationId xmlns:a16="http://schemas.microsoft.com/office/drawing/2014/main" id="{550E0A96-F9D0-4D8D-B06C-813861200A5D}"/>
              </a:ext>
            </a:extLst>
          </p:cNvPr>
          <p:cNvSpPr>
            <a:spLocks noGrp="1"/>
          </p:cNvSpPr>
          <p:nvPr>
            <p:ph type="ftr" sz="quarter" idx="11"/>
          </p:nvPr>
        </p:nvSpPr>
        <p:spPr/>
        <p:txBody>
          <a:bodyPr/>
          <a:lstStyle/>
          <a:p>
            <a:endParaRPr lang="en-ID"/>
          </a:p>
        </p:txBody>
      </p:sp>
      <p:sp>
        <p:nvSpPr>
          <p:cNvPr id="6" name="Slide Number Placeholder 5">
            <a:extLst>
              <a:ext uri="{FF2B5EF4-FFF2-40B4-BE49-F238E27FC236}">
                <a16:creationId xmlns:a16="http://schemas.microsoft.com/office/drawing/2014/main" id="{81D4AEDC-94B0-4F30-AB35-D5F541401970}"/>
              </a:ext>
            </a:extLst>
          </p:cNvPr>
          <p:cNvSpPr>
            <a:spLocks noGrp="1"/>
          </p:cNvSpPr>
          <p:nvPr>
            <p:ph type="sldNum" sz="quarter" idx="12"/>
          </p:nvPr>
        </p:nvSpPr>
        <p:spPr/>
        <p:txBody>
          <a:bodyPr/>
          <a:lstStyle/>
          <a:p>
            <a:fld id="{FAD95B14-98E3-44B2-8E00-A1A5AEEE84B8}" type="slidenum">
              <a:rPr lang="en-ID" smtClean="0"/>
              <a:t>‹#›</a:t>
            </a:fld>
            <a:endParaRPr lang="en-ID"/>
          </a:p>
        </p:txBody>
      </p:sp>
    </p:spTree>
    <p:extLst>
      <p:ext uri="{BB962C8B-B14F-4D97-AF65-F5344CB8AC3E}">
        <p14:creationId xmlns:p14="http://schemas.microsoft.com/office/powerpoint/2010/main" val="14334067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BA4945-4872-47B4-A7D6-02F3C1F54A3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D"/>
          </a:p>
        </p:txBody>
      </p:sp>
      <p:sp>
        <p:nvSpPr>
          <p:cNvPr id="3" name="Text Placeholder 2">
            <a:extLst>
              <a:ext uri="{FF2B5EF4-FFF2-40B4-BE49-F238E27FC236}">
                <a16:creationId xmlns:a16="http://schemas.microsoft.com/office/drawing/2014/main" id="{21C18EB7-DCD2-4A2D-9DC9-A83481775FD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62A5765-7A3B-46B8-A43B-09D1E7C6FD92}"/>
              </a:ext>
            </a:extLst>
          </p:cNvPr>
          <p:cNvSpPr>
            <a:spLocks noGrp="1"/>
          </p:cNvSpPr>
          <p:nvPr>
            <p:ph type="dt" sz="half" idx="10"/>
          </p:nvPr>
        </p:nvSpPr>
        <p:spPr/>
        <p:txBody>
          <a:bodyPr/>
          <a:lstStyle/>
          <a:p>
            <a:fld id="{CA1BE929-10FF-4CA1-BA2B-FA68668346CC}" type="datetimeFigureOut">
              <a:rPr lang="en-ID" smtClean="0"/>
              <a:t>24/10/2026</a:t>
            </a:fld>
            <a:endParaRPr lang="en-ID"/>
          </a:p>
        </p:txBody>
      </p:sp>
      <p:sp>
        <p:nvSpPr>
          <p:cNvPr id="5" name="Footer Placeholder 4">
            <a:extLst>
              <a:ext uri="{FF2B5EF4-FFF2-40B4-BE49-F238E27FC236}">
                <a16:creationId xmlns:a16="http://schemas.microsoft.com/office/drawing/2014/main" id="{4FBFB416-5FB9-4FCE-83BC-476BC5703B8D}"/>
              </a:ext>
            </a:extLst>
          </p:cNvPr>
          <p:cNvSpPr>
            <a:spLocks noGrp="1"/>
          </p:cNvSpPr>
          <p:nvPr>
            <p:ph type="ftr" sz="quarter" idx="11"/>
          </p:nvPr>
        </p:nvSpPr>
        <p:spPr/>
        <p:txBody>
          <a:bodyPr/>
          <a:lstStyle/>
          <a:p>
            <a:endParaRPr lang="en-ID"/>
          </a:p>
        </p:txBody>
      </p:sp>
      <p:sp>
        <p:nvSpPr>
          <p:cNvPr id="6" name="Slide Number Placeholder 5">
            <a:extLst>
              <a:ext uri="{FF2B5EF4-FFF2-40B4-BE49-F238E27FC236}">
                <a16:creationId xmlns:a16="http://schemas.microsoft.com/office/drawing/2014/main" id="{9C223CF8-52CB-4C6B-A35E-F74CD0F46C48}"/>
              </a:ext>
            </a:extLst>
          </p:cNvPr>
          <p:cNvSpPr>
            <a:spLocks noGrp="1"/>
          </p:cNvSpPr>
          <p:nvPr>
            <p:ph type="sldNum" sz="quarter" idx="12"/>
          </p:nvPr>
        </p:nvSpPr>
        <p:spPr/>
        <p:txBody>
          <a:bodyPr/>
          <a:lstStyle/>
          <a:p>
            <a:fld id="{FAD95B14-98E3-44B2-8E00-A1A5AEEE84B8}" type="slidenum">
              <a:rPr lang="en-ID" smtClean="0"/>
              <a:t>‹#›</a:t>
            </a:fld>
            <a:endParaRPr lang="en-ID"/>
          </a:p>
        </p:txBody>
      </p:sp>
    </p:spTree>
    <p:extLst>
      <p:ext uri="{BB962C8B-B14F-4D97-AF65-F5344CB8AC3E}">
        <p14:creationId xmlns:p14="http://schemas.microsoft.com/office/powerpoint/2010/main" val="12933952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89AA99-3E32-463F-BB31-266E1856DE7F}"/>
              </a:ext>
            </a:extLst>
          </p:cNvPr>
          <p:cNvSpPr>
            <a:spLocks noGrp="1"/>
          </p:cNvSpPr>
          <p:nvPr>
            <p:ph type="title"/>
          </p:nvPr>
        </p:nvSpPr>
        <p:spPr/>
        <p:txBody>
          <a:bodyPr/>
          <a:lstStyle/>
          <a:p>
            <a:r>
              <a:rPr lang="en-US"/>
              <a:t>Click to edit Master title style</a:t>
            </a:r>
            <a:endParaRPr lang="en-ID"/>
          </a:p>
        </p:txBody>
      </p:sp>
      <p:sp>
        <p:nvSpPr>
          <p:cNvPr id="3" name="Content Placeholder 2">
            <a:extLst>
              <a:ext uri="{FF2B5EF4-FFF2-40B4-BE49-F238E27FC236}">
                <a16:creationId xmlns:a16="http://schemas.microsoft.com/office/drawing/2014/main" id="{9A85433D-C2B7-485B-9676-862B33DF6D6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Content Placeholder 3">
            <a:extLst>
              <a:ext uri="{FF2B5EF4-FFF2-40B4-BE49-F238E27FC236}">
                <a16:creationId xmlns:a16="http://schemas.microsoft.com/office/drawing/2014/main" id="{B19344AA-E059-4A13-B616-F1A4CEF7678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5" name="Date Placeholder 4">
            <a:extLst>
              <a:ext uri="{FF2B5EF4-FFF2-40B4-BE49-F238E27FC236}">
                <a16:creationId xmlns:a16="http://schemas.microsoft.com/office/drawing/2014/main" id="{2F01AC55-5245-4030-BC61-B21D14BF142E}"/>
              </a:ext>
            </a:extLst>
          </p:cNvPr>
          <p:cNvSpPr>
            <a:spLocks noGrp="1"/>
          </p:cNvSpPr>
          <p:nvPr>
            <p:ph type="dt" sz="half" idx="10"/>
          </p:nvPr>
        </p:nvSpPr>
        <p:spPr/>
        <p:txBody>
          <a:bodyPr/>
          <a:lstStyle/>
          <a:p>
            <a:fld id="{CA1BE929-10FF-4CA1-BA2B-FA68668346CC}" type="datetimeFigureOut">
              <a:rPr lang="en-ID" smtClean="0"/>
              <a:t>24/10/2026</a:t>
            </a:fld>
            <a:endParaRPr lang="en-ID"/>
          </a:p>
        </p:txBody>
      </p:sp>
      <p:sp>
        <p:nvSpPr>
          <p:cNvPr id="6" name="Footer Placeholder 5">
            <a:extLst>
              <a:ext uri="{FF2B5EF4-FFF2-40B4-BE49-F238E27FC236}">
                <a16:creationId xmlns:a16="http://schemas.microsoft.com/office/drawing/2014/main" id="{8AC481CD-AA96-4301-A274-00ECAC69854D}"/>
              </a:ext>
            </a:extLst>
          </p:cNvPr>
          <p:cNvSpPr>
            <a:spLocks noGrp="1"/>
          </p:cNvSpPr>
          <p:nvPr>
            <p:ph type="ftr" sz="quarter" idx="11"/>
          </p:nvPr>
        </p:nvSpPr>
        <p:spPr/>
        <p:txBody>
          <a:bodyPr/>
          <a:lstStyle/>
          <a:p>
            <a:endParaRPr lang="en-ID"/>
          </a:p>
        </p:txBody>
      </p:sp>
      <p:sp>
        <p:nvSpPr>
          <p:cNvPr id="7" name="Slide Number Placeholder 6">
            <a:extLst>
              <a:ext uri="{FF2B5EF4-FFF2-40B4-BE49-F238E27FC236}">
                <a16:creationId xmlns:a16="http://schemas.microsoft.com/office/drawing/2014/main" id="{A8DD731C-7094-4A20-BC34-05E0C15BA415}"/>
              </a:ext>
            </a:extLst>
          </p:cNvPr>
          <p:cNvSpPr>
            <a:spLocks noGrp="1"/>
          </p:cNvSpPr>
          <p:nvPr>
            <p:ph type="sldNum" sz="quarter" idx="12"/>
          </p:nvPr>
        </p:nvSpPr>
        <p:spPr/>
        <p:txBody>
          <a:bodyPr/>
          <a:lstStyle/>
          <a:p>
            <a:fld id="{FAD95B14-98E3-44B2-8E00-A1A5AEEE84B8}" type="slidenum">
              <a:rPr lang="en-ID" smtClean="0"/>
              <a:t>‹#›</a:t>
            </a:fld>
            <a:endParaRPr lang="en-ID"/>
          </a:p>
        </p:txBody>
      </p:sp>
    </p:spTree>
    <p:extLst>
      <p:ext uri="{BB962C8B-B14F-4D97-AF65-F5344CB8AC3E}">
        <p14:creationId xmlns:p14="http://schemas.microsoft.com/office/powerpoint/2010/main" val="15286216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40766C-B1A4-4EB7-A571-7482497B4847}"/>
              </a:ext>
            </a:extLst>
          </p:cNvPr>
          <p:cNvSpPr>
            <a:spLocks noGrp="1"/>
          </p:cNvSpPr>
          <p:nvPr>
            <p:ph type="title"/>
          </p:nvPr>
        </p:nvSpPr>
        <p:spPr>
          <a:xfrm>
            <a:off x="839788" y="365125"/>
            <a:ext cx="10515600" cy="1325563"/>
          </a:xfrm>
        </p:spPr>
        <p:txBody>
          <a:bodyPr/>
          <a:lstStyle/>
          <a:p>
            <a:r>
              <a:rPr lang="en-US"/>
              <a:t>Click to edit Master title style</a:t>
            </a:r>
            <a:endParaRPr lang="en-ID"/>
          </a:p>
        </p:txBody>
      </p:sp>
      <p:sp>
        <p:nvSpPr>
          <p:cNvPr id="3" name="Text Placeholder 2">
            <a:extLst>
              <a:ext uri="{FF2B5EF4-FFF2-40B4-BE49-F238E27FC236}">
                <a16:creationId xmlns:a16="http://schemas.microsoft.com/office/drawing/2014/main" id="{AA1F5ABE-1249-41DD-8A66-9378E7814B2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4CF55F4-7C72-45DD-8E74-71F5C2E9B9B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5" name="Text Placeholder 4">
            <a:extLst>
              <a:ext uri="{FF2B5EF4-FFF2-40B4-BE49-F238E27FC236}">
                <a16:creationId xmlns:a16="http://schemas.microsoft.com/office/drawing/2014/main" id="{A8E57827-FB79-4396-8F2E-0A68C9EF62F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E76BA98-DFBD-4EF0-84AC-D893E4E3F4C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7" name="Date Placeholder 6">
            <a:extLst>
              <a:ext uri="{FF2B5EF4-FFF2-40B4-BE49-F238E27FC236}">
                <a16:creationId xmlns:a16="http://schemas.microsoft.com/office/drawing/2014/main" id="{CBBD7C5B-3AD2-4419-A193-CF888C9D245E}"/>
              </a:ext>
            </a:extLst>
          </p:cNvPr>
          <p:cNvSpPr>
            <a:spLocks noGrp="1"/>
          </p:cNvSpPr>
          <p:nvPr>
            <p:ph type="dt" sz="half" idx="10"/>
          </p:nvPr>
        </p:nvSpPr>
        <p:spPr/>
        <p:txBody>
          <a:bodyPr/>
          <a:lstStyle/>
          <a:p>
            <a:fld id="{CA1BE929-10FF-4CA1-BA2B-FA68668346CC}" type="datetimeFigureOut">
              <a:rPr lang="en-ID" smtClean="0"/>
              <a:t>24/10/2026</a:t>
            </a:fld>
            <a:endParaRPr lang="en-ID"/>
          </a:p>
        </p:txBody>
      </p:sp>
      <p:sp>
        <p:nvSpPr>
          <p:cNvPr id="8" name="Footer Placeholder 7">
            <a:extLst>
              <a:ext uri="{FF2B5EF4-FFF2-40B4-BE49-F238E27FC236}">
                <a16:creationId xmlns:a16="http://schemas.microsoft.com/office/drawing/2014/main" id="{46DBF54E-88C4-429F-8D3B-2D8F88CE86A7}"/>
              </a:ext>
            </a:extLst>
          </p:cNvPr>
          <p:cNvSpPr>
            <a:spLocks noGrp="1"/>
          </p:cNvSpPr>
          <p:nvPr>
            <p:ph type="ftr" sz="quarter" idx="11"/>
          </p:nvPr>
        </p:nvSpPr>
        <p:spPr/>
        <p:txBody>
          <a:bodyPr/>
          <a:lstStyle/>
          <a:p>
            <a:endParaRPr lang="en-ID"/>
          </a:p>
        </p:txBody>
      </p:sp>
      <p:sp>
        <p:nvSpPr>
          <p:cNvPr id="9" name="Slide Number Placeholder 8">
            <a:extLst>
              <a:ext uri="{FF2B5EF4-FFF2-40B4-BE49-F238E27FC236}">
                <a16:creationId xmlns:a16="http://schemas.microsoft.com/office/drawing/2014/main" id="{90437270-4693-4C78-8C07-45EB377854F6}"/>
              </a:ext>
            </a:extLst>
          </p:cNvPr>
          <p:cNvSpPr>
            <a:spLocks noGrp="1"/>
          </p:cNvSpPr>
          <p:nvPr>
            <p:ph type="sldNum" sz="quarter" idx="12"/>
          </p:nvPr>
        </p:nvSpPr>
        <p:spPr/>
        <p:txBody>
          <a:bodyPr/>
          <a:lstStyle/>
          <a:p>
            <a:fld id="{FAD95B14-98E3-44B2-8E00-A1A5AEEE84B8}" type="slidenum">
              <a:rPr lang="en-ID" smtClean="0"/>
              <a:t>‹#›</a:t>
            </a:fld>
            <a:endParaRPr lang="en-ID"/>
          </a:p>
        </p:txBody>
      </p:sp>
    </p:spTree>
    <p:extLst>
      <p:ext uri="{BB962C8B-B14F-4D97-AF65-F5344CB8AC3E}">
        <p14:creationId xmlns:p14="http://schemas.microsoft.com/office/powerpoint/2010/main" val="17888467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DD84C4-D9FD-4052-ADD6-BB1BA2F26688}"/>
              </a:ext>
            </a:extLst>
          </p:cNvPr>
          <p:cNvSpPr>
            <a:spLocks noGrp="1"/>
          </p:cNvSpPr>
          <p:nvPr>
            <p:ph type="title"/>
          </p:nvPr>
        </p:nvSpPr>
        <p:spPr/>
        <p:txBody>
          <a:bodyPr/>
          <a:lstStyle/>
          <a:p>
            <a:r>
              <a:rPr lang="en-US"/>
              <a:t>Click to edit Master title style</a:t>
            </a:r>
            <a:endParaRPr lang="en-ID"/>
          </a:p>
        </p:txBody>
      </p:sp>
      <p:sp>
        <p:nvSpPr>
          <p:cNvPr id="3" name="Date Placeholder 2">
            <a:extLst>
              <a:ext uri="{FF2B5EF4-FFF2-40B4-BE49-F238E27FC236}">
                <a16:creationId xmlns:a16="http://schemas.microsoft.com/office/drawing/2014/main" id="{BAC910BE-1FC8-44C7-A9BA-095CC76C7B5D}"/>
              </a:ext>
            </a:extLst>
          </p:cNvPr>
          <p:cNvSpPr>
            <a:spLocks noGrp="1"/>
          </p:cNvSpPr>
          <p:nvPr>
            <p:ph type="dt" sz="half" idx="10"/>
          </p:nvPr>
        </p:nvSpPr>
        <p:spPr/>
        <p:txBody>
          <a:bodyPr/>
          <a:lstStyle/>
          <a:p>
            <a:fld id="{CA1BE929-10FF-4CA1-BA2B-FA68668346CC}" type="datetimeFigureOut">
              <a:rPr lang="en-ID" smtClean="0"/>
              <a:t>24/10/2026</a:t>
            </a:fld>
            <a:endParaRPr lang="en-ID"/>
          </a:p>
        </p:txBody>
      </p:sp>
      <p:sp>
        <p:nvSpPr>
          <p:cNvPr id="4" name="Footer Placeholder 3">
            <a:extLst>
              <a:ext uri="{FF2B5EF4-FFF2-40B4-BE49-F238E27FC236}">
                <a16:creationId xmlns:a16="http://schemas.microsoft.com/office/drawing/2014/main" id="{5510D3EF-6C27-4F99-969B-FF6BA1572D65}"/>
              </a:ext>
            </a:extLst>
          </p:cNvPr>
          <p:cNvSpPr>
            <a:spLocks noGrp="1"/>
          </p:cNvSpPr>
          <p:nvPr>
            <p:ph type="ftr" sz="quarter" idx="11"/>
          </p:nvPr>
        </p:nvSpPr>
        <p:spPr/>
        <p:txBody>
          <a:bodyPr/>
          <a:lstStyle/>
          <a:p>
            <a:endParaRPr lang="en-ID"/>
          </a:p>
        </p:txBody>
      </p:sp>
      <p:sp>
        <p:nvSpPr>
          <p:cNvPr id="5" name="Slide Number Placeholder 4">
            <a:extLst>
              <a:ext uri="{FF2B5EF4-FFF2-40B4-BE49-F238E27FC236}">
                <a16:creationId xmlns:a16="http://schemas.microsoft.com/office/drawing/2014/main" id="{D8ABAF6F-C856-406A-87B7-E85DCF7A023E}"/>
              </a:ext>
            </a:extLst>
          </p:cNvPr>
          <p:cNvSpPr>
            <a:spLocks noGrp="1"/>
          </p:cNvSpPr>
          <p:nvPr>
            <p:ph type="sldNum" sz="quarter" idx="12"/>
          </p:nvPr>
        </p:nvSpPr>
        <p:spPr/>
        <p:txBody>
          <a:bodyPr/>
          <a:lstStyle/>
          <a:p>
            <a:fld id="{FAD95B14-98E3-44B2-8E00-A1A5AEEE84B8}" type="slidenum">
              <a:rPr lang="en-ID" smtClean="0"/>
              <a:t>‹#›</a:t>
            </a:fld>
            <a:endParaRPr lang="en-ID"/>
          </a:p>
        </p:txBody>
      </p:sp>
    </p:spTree>
    <p:extLst>
      <p:ext uri="{BB962C8B-B14F-4D97-AF65-F5344CB8AC3E}">
        <p14:creationId xmlns:p14="http://schemas.microsoft.com/office/powerpoint/2010/main" val="36733819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D15061F-4E83-4FF1-83A0-6D9536B75AD3}"/>
              </a:ext>
            </a:extLst>
          </p:cNvPr>
          <p:cNvSpPr>
            <a:spLocks noGrp="1"/>
          </p:cNvSpPr>
          <p:nvPr>
            <p:ph type="dt" sz="half" idx="10"/>
          </p:nvPr>
        </p:nvSpPr>
        <p:spPr/>
        <p:txBody>
          <a:bodyPr/>
          <a:lstStyle/>
          <a:p>
            <a:fld id="{CA1BE929-10FF-4CA1-BA2B-FA68668346CC}" type="datetimeFigureOut">
              <a:rPr lang="en-ID" smtClean="0"/>
              <a:t>24/10/2026</a:t>
            </a:fld>
            <a:endParaRPr lang="en-ID"/>
          </a:p>
        </p:txBody>
      </p:sp>
      <p:sp>
        <p:nvSpPr>
          <p:cNvPr id="3" name="Footer Placeholder 2">
            <a:extLst>
              <a:ext uri="{FF2B5EF4-FFF2-40B4-BE49-F238E27FC236}">
                <a16:creationId xmlns:a16="http://schemas.microsoft.com/office/drawing/2014/main" id="{DE14EEA8-7C19-4CA6-BFEC-DCC3C9C969FC}"/>
              </a:ext>
            </a:extLst>
          </p:cNvPr>
          <p:cNvSpPr>
            <a:spLocks noGrp="1"/>
          </p:cNvSpPr>
          <p:nvPr>
            <p:ph type="ftr" sz="quarter" idx="11"/>
          </p:nvPr>
        </p:nvSpPr>
        <p:spPr/>
        <p:txBody>
          <a:bodyPr/>
          <a:lstStyle/>
          <a:p>
            <a:endParaRPr lang="en-ID"/>
          </a:p>
        </p:txBody>
      </p:sp>
      <p:sp>
        <p:nvSpPr>
          <p:cNvPr id="4" name="Slide Number Placeholder 3">
            <a:extLst>
              <a:ext uri="{FF2B5EF4-FFF2-40B4-BE49-F238E27FC236}">
                <a16:creationId xmlns:a16="http://schemas.microsoft.com/office/drawing/2014/main" id="{F03D9A50-4E33-4040-8605-168E980438D3}"/>
              </a:ext>
            </a:extLst>
          </p:cNvPr>
          <p:cNvSpPr>
            <a:spLocks noGrp="1"/>
          </p:cNvSpPr>
          <p:nvPr>
            <p:ph type="sldNum" sz="quarter" idx="12"/>
          </p:nvPr>
        </p:nvSpPr>
        <p:spPr/>
        <p:txBody>
          <a:bodyPr/>
          <a:lstStyle/>
          <a:p>
            <a:fld id="{FAD95B14-98E3-44B2-8E00-A1A5AEEE84B8}" type="slidenum">
              <a:rPr lang="en-ID" smtClean="0"/>
              <a:t>‹#›</a:t>
            </a:fld>
            <a:endParaRPr lang="en-ID"/>
          </a:p>
        </p:txBody>
      </p:sp>
    </p:spTree>
    <p:extLst>
      <p:ext uri="{BB962C8B-B14F-4D97-AF65-F5344CB8AC3E}">
        <p14:creationId xmlns:p14="http://schemas.microsoft.com/office/powerpoint/2010/main" val="30247784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A2006-F777-4E80-BFF3-46AFAD0C098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D"/>
          </a:p>
        </p:txBody>
      </p:sp>
      <p:sp>
        <p:nvSpPr>
          <p:cNvPr id="3" name="Content Placeholder 2">
            <a:extLst>
              <a:ext uri="{FF2B5EF4-FFF2-40B4-BE49-F238E27FC236}">
                <a16:creationId xmlns:a16="http://schemas.microsoft.com/office/drawing/2014/main" id="{3F24701B-A125-4293-B31F-DFB90D2BE26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Text Placeholder 3">
            <a:extLst>
              <a:ext uri="{FF2B5EF4-FFF2-40B4-BE49-F238E27FC236}">
                <a16:creationId xmlns:a16="http://schemas.microsoft.com/office/drawing/2014/main" id="{D742DA0B-17E5-4FB2-A3A5-23775C39C31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2BC0184-5CDF-46A1-91DE-449DFD548564}"/>
              </a:ext>
            </a:extLst>
          </p:cNvPr>
          <p:cNvSpPr>
            <a:spLocks noGrp="1"/>
          </p:cNvSpPr>
          <p:nvPr>
            <p:ph type="dt" sz="half" idx="10"/>
          </p:nvPr>
        </p:nvSpPr>
        <p:spPr/>
        <p:txBody>
          <a:bodyPr/>
          <a:lstStyle/>
          <a:p>
            <a:fld id="{CA1BE929-10FF-4CA1-BA2B-FA68668346CC}" type="datetimeFigureOut">
              <a:rPr lang="en-ID" smtClean="0"/>
              <a:t>24/10/2026</a:t>
            </a:fld>
            <a:endParaRPr lang="en-ID"/>
          </a:p>
        </p:txBody>
      </p:sp>
      <p:sp>
        <p:nvSpPr>
          <p:cNvPr id="6" name="Footer Placeholder 5">
            <a:extLst>
              <a:ext uri="{FF2B5EF4-FFF2-40B4-BE49-F238E27FC236}">
                <a16:creationId xmlns:a16="http://schemas.microsoft.com/office/drawing/2014/main" id="{3715CC62-EDE5-4B2F-928B-5D8E4B2A41B4}"/>
              </a:ext>
            </a:extLst>
          </p:cNvPr>
          <p:cNvSpPr>
            <a:spLocks noGrp="1"/>
          </p:cNvSpPr>
          <p:nvPr>
            <p:ph type="ftr" sz="quarter" idx="11"/>
          </p:nvPr>
        </p:nvSpPr>
        <p:spPr/>
        <p:txBody>
          <a:bodyPr/>
          <a:lstStyle/>
          <a:p>
            <a:endParaRPr lang="en-ID"/>
          </a:p>
        </p:txBody>
      </p:sp>
      <p:sp>
        <p:nvSpPr>
          <p:cNvPr id="7" name="Slide Number Placeholder 6">
            <a:extLst>
              <a:ext uri="{FF2B5EF4-FFF2-40B4-BE49-F238E27FC236}">
                <a16:creationId xmlns:a16="http://schemas.microsoft.com/office/drawing/2014/main" id="{8DB1D080-9FAE-4591-939A-54A231D8FBB2}"/>
              </a:ext>
            </a:extLst>
          </p:cNvPr>
          <p:cNvSpPr>
            <a:spLocks noGrp="1"/>
          </p:cNvSpPr>
          <p:nvPr>
            <p:ph type="sldNum" sz="quarter" idx="12"/>
          </p:nvPr>
        </p:nvSpPr>
        <p:spPr/>
        <p:txBody>
          <a:bodyPr/>
          <a:lstStyle/>
          <a:p>
            <a:fld id="{FAD95B14-98E3-44B2-8E00-A1A5AEEE84B8}" type="slidenum">
              <a:rPr lang="en-ID" smtClean="0"/>
              <a:t>‹#›</a:t>
            </a:fld>
            <a:endParaRPr lang="en-ID"/>
          </a:p>
        </p:txBody>
      </p:sp>
    </p:spTree>
    <p:extLst>
      <p:ext uri="{BB962C8B-B14F-4D97-AF65-F5344CB8AC3E}">
        <p14:creationId xmlns:p14="http://schemas.microsoft.com/office/powerpoint/2010/main" val="36837563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D0687C-F94A-4DD1-9F68-30322DF8544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D"/>
          </a:p>
        </p:txBody>
      </p:sp>
      <p:sp>
        <p:nvSpPr>
          <p:cNvPr id="3" name="Picture Placeholder 2">
            <a:extLst>
              <a:ext uri="{FF2B5EF4-FFF2-40B4-BE49-F238E27FC236}">
                <a16:creationId xmlns:a16="http://schemas.microsoft.com/office/drawing/2014/main" id="{CABC2D52-0D80-4708-916B-3E5BA887479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D"/>
          </a:p>
        </p:txBody>
      </p:sp>
      <p:sp>
        <p:nvSpPr>
          <p:cNvPr id="4" name="Text Placeholder 3">
            <a:extLst>
              <a:ext uri="{FF2B5EF4-FFF2-40B4-BE49-F238E27FC236}">
                <a16:creationId xmlns:a16="http://schemas.microsoft.com/office/drawing/2014/main" id="{8548D6B9-4CD3-4D4F-BB41-B6B53769903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6CD10E6-CC59-4998-9EF2-0BFB2A92723D}"/>
              </a:ext>
            </a:extLst>
          </p:cNvPr>
          <p:cNvSpPr>
            <a:spLocks noGrp="1"/>
          </p:cNvSpPr>
          <p:nvPr>
            <p:ph type="dt" sz="half" idx="10"/>
          </p:nvPr>
        </p:nvSpPr>
        <p:spPr/>
        <p:txBody>
          <a:bodyPr/>
          <a:lstStyle/>
          <a:p>
            <a:fld id="{CA1BE929-10FF-4CA1-BA2B-FA68668346CC}" type="datetimeFigureOut">
              <a:rPr lang="en-ID" smtClean="0"/>
              <a:t>24/10/2026</a:t>
            </a:fld>
            <a:endParaRPr lang="en-ID"/>
          </a:p>
        </p:txBody>
      </p:sp>
      <p:sp>
        <p:nvSpPr>
          <p:cNvPr id="6" name="Footer Placeholder 5">
            <a:extLst>
              <a:ext uri="{FF2B5EF4-FFF2-40B4-BE49-F238E27FC236}">
                <a16:creationId xmlns:a16="http://schemas.microsoft.com/office/drawing/2014/main" id="{C523B6A8-0AF7-456A-BB5B-204DDBA2A4A2}"/>
              </a:ext>
            </a:extLst>
          </p:cNvPr>
          <p:cNvSpPr>
            <a:spLocks noGrp="1"/>
          </p:cNvSpPr>
          <p:nvPr>
            <p:ph type="ftr" sz="quarter" idx="11"/>
          </p:nvPr>
        </p:nvSpPr>
        <p:spPr/>
        <p:txBody>
          <a:bodyPr/>
          <a:lstStyle/>
          <a:p>
            <a:endParaRPr lang="en-ID"/>
          </a:p>
        </p:txBody>
      </p:sp>
      <p:sp>
        <p:nvSpPr>
          <p:cNvPr id="7" name="Slide Number Placeholder 6">
            <a:extLst>
              <a:ext uri="{FF2B5EF4-FFF2-40B4-BE49-F238E27FC236}">
                <a16:creationId xmlns:a16="http://schemas.microsoft.com/office/drawing/2014/main" id="{717FD9EE-8A12-4670-88D4-FBFC506EC87F}"/>
              </a:ext>
            </a:extLst>
          </p:cNvPr>
          <p:cNvSpPr>
            <a:spLocks noGrp="1"/>
          </p:cNvSpPr>
          <p:nvPr>
            <p:ph type="sldNum" sz="quarter" idx="12"/>
          </p:nvPr>
        </p:nvSpPr>
        <p:spPr/>
        <p:txBody>
          <a:bodyPr/>
          <a:lstStyle/>
          <a:p>
            <a:fld id="{FAD95B14-98E3-44B2-8E00-A1A5AEEE84B8}" type="slidenum">
              <a:rPr lang="en-ID" smtClean="0"/>
              <a:t>‹#›</a:t>
            </a:fld>
            <a:endParaRPr lang="en-ID"/>
          </a:p>
        </p:txBody>
      </p:sp>
    </p:spTree>
    <p:extLst>
      <p:ext uri="{BB962C8B-B14F-4D97-AF65-F5344CB8AC3E}">
        <p14:creationId xmlns:p14="http://schemas.microsoft.com/office/powerpoint/2010/main" val="4807067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3CAE2B-C928-4185-B69B-D5483F01AABF}"/>
              </a:ext>
            </a:extLst>
          </p:cNvPr>
          <p:cNvSpPr>
            <a:spLocks noGrp="1"/>
          </p:cNvSpPr>
          <p:nvPr>
            <p:ph type="title"/>
          </p:nvPr>
        </p:nvSpPr>
        <p:spPr/>
        <p:txBody>
          <a:bodyPr/>
          <a:lstStyle/>
          <a:p>
            <a:r>
              <a:rPr lang="en-US"/>
              <a:t>Click to edit Master title style</a:t>
            </a:r>
            <a:endParaRPr lang="en-ID"/>
          </a:p>
        </p:txBody>
      </p:sp>
      <p:sp>
        <p:nvSpPr>
          <p:cNvPr id="3" name="Vertical Text Placeholder 2">
            <a:extLst>
              <a:ext uri="{FF2B5EF4-FFF2-40B4-BE49-F238E27FC236}">
                <a16:creationId xmlns:a16="http://schemas.microsoft.com/office/drawing/2014/main" id="{D165E08A-D03D-4170-AB84-3AC1759B175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Date Placeholder 3">
            <a:extLst>
              <a:ext uri="{FF2B5EF4-FFF2-40B4-BE49-F238E27FC236}">
                <a16:creationId xmlns:a16="http://schemas.microsoft.com/office/drawing/2014/main" id="{247C6F75-B2C6-4BFA-9F7F-E65287826387}"/>
              </a:ext>
            </a:extLst>
          </p:cNvPr>
          <p:cNvSpPr>
            <a:spLocks noGrp="1"/>
          </p:cNvSpPr>
          <p:nvPr>
            <p:ph type="dt" sz="half" idx="10"/>
          </p:nvPr>
        </p:nvSpPr>
        <p:spPr/>
        <p:txBody>
          <a:bodyPr/>
          <a:lstStyle/>
          <a:p>
            <a:fld id="{CA1BE929-10FF-4CA1-BA2B-FA68668346CC}" type="datetimeFigureOut">
              <a:rPr lang="en-ID" smtClean="0"/>
              <a:t>24/10/2026</a:t>
            </a:fld>
            <a:endParaRPr lang="en-ID"/>
          </a:p>
        </p:txBody>
      </p:sp>
      <p:sp>
        <p:nvSpPr>
          <p:cNvPr id="5" name="Footer Placeholder 4">
            <a:extLst>
              <a:ext uri="{FF2B5EF4-FFF2-40B4-BE49-F238E27FC236}">
                <a16:creationId xmlns:a16="http://schemas.microsoft.com/office/drawing/2014/main" id="{6BF92412-E748-46D2-B1E6-7C0AA402A5B4}"/>
              </a:ext>
            </a:extLst>
          </p:cNvPr>
          <p:cNvSpPr>
            <a:spLocks noGrp="1"/>
          </p:cNvSpPr>
          <p:nvPr>
            <p:ph type="ftr" sz="quarter" idx="11"/>
          </p:nvPr>
        </p:nvSpPr>
        <p:spPr/>
        <p:txBody>
          <a:bodyPr/>
          <a:lstStyle/>
          <a:p>
            <a:endParaRPr lang="en-ID"/>
          </a:p>
        </p:txBody>
      </p:sp>
      <p:sp>
        <p:nvSpPr>
          <p:cNvPr id="6" name="Slide Number Placeholder 5">
            <a:extLst>
              <a:ext uri="{FF2B5EF4-FFF2-40B4-BE49-F238E27FC236}">
                <a16:creationId xmlns:a16="http://schemas.microsoft.com/office/drawing/2014/main" id="{FB4E0768-1048-4945-98A3-88485A18A9D0}"/>
              </a:ext>
            </a:extLst>
          </p:cNvPr>
          <p:cNvSpPr>
            <a:spLocks noGrp="1"/>
          </p:cNvSpPr>
          <p:nvPr>
            <p:ph type="sldNum" sz="quarter" idx="12"/>
          </p:nvPr>
        </p:nvSpPr>
        <p:spPr/>
        <p:txBody>
          <a:bodyPr/>
          <a:lstStyle/>
          <a:p>
            <a:fld id="{FAD95B14-98E3-44B2-8E00-A1A5AEEE84B8}" type="slidenum">
              <a:rPr lang="en-ID" smtClean="0"/>
              <a:t>‹#›</a:t>
            </a:fld>
            <a:endParaRPr lang="en-ID"/>
          </a:p>
        </p:txBody>
      </p:sp>
    </p:spTree>
    <p:extLst>
      <p:ext uri="{BB962C8B-B14F-4D97-AF65-F5344CB8AC3E}">
        <p14:creationId xmlns:p14="http://schemas.microsoft.com/office/powerpoint/2010/main" val="35736393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4A5816E-A136-49F2-BF2F-35E09D06B3A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D"/>
          </a:p>
        </p:txBody>
      </p:sp>
      <p:sp>
        <p:nvSpPr>
          <p:cNvPr id="3" name="Vertical Text Placeholder 2">
            <a:extLst>
              <a:ext uri="{FF2B5EF4-FFF2-40B4-BE49-F238E27FC236}">
                <a16:creationId xmlns:a16="http://schemas.microsoft.com/office/drawing/2014/main" id="{8CBFB985-F9A1-44C6-9FCC-E6DE07C16F1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Date Placeholder 3">
            <a:extLst>
              <a:ext uri="{FF2B5EF4-FFF2-40B4-BE49-F238E27FC236}">
                <a16:creationId xmlns:a16="http://schemas.microsoft.com/office/drawing/2014/main" id="{791DF406-5765-4836-B075-7B6FF55563F4}"/>
              </a:ext>
            </a:extLst>
          </p:cNvPr>
          <p:cNvSpPr>
            <a:spLocks noGrp="1"/>
          </p:cNvSpPr>
          <p:nvPr>
            <p:ph type="dt" sz="half" idx="10"/>
          </p:nvPr>
        </p:nvSpPr>
        <p:spPr/>
        <p:txBody>
          <a:bodyPr/>
          <a:lstStyle/>
          <a:p>
            <a:fld id="{CA1BE929-10FF-4CA1-BA2B-FA68668346CC}" type="datetimeFigureOut">
              <a:rPr lang="en-ID" smtClean="0"/>
              <a:t>24/10/2026</a:t>
            </a:fld>
            <a:endParaRPr lang="en-ID"/>
          </a:p>
        </p:txBody>
      </p:sp>
      <p:sp>
        <p:nvSpPr>
          <p:cNvPr id="5" name="Footer Placeholder 4">
            <a:extLst>
              <a:ext uri="{FF2B5EF4-FFF2-40B4-BE49-F238E27FC236}">
                <a16:creationId xmlns:a16="http://schemas.microsoft.com/office/drawing/2014/main" id="{EB3B91DD-64DE-4462-B354-656A302FE119}"/>
              </a:ext>
            </a:extLst>
          </p:cNvPr>
          <p:cNvSpPr>
            <a:spLocks noGrp="1"/>
          </p:cNvSpPr>
          <p:nvPr>
            <p:ph type="ftr" sz="quarter" idx="11"/>
          </p:nvPr>
        </p:nvSpPr>
        <p:spPr/>
        <p:txBody>
          <a:bodyPr/>
          <a:lstStyle/>
          <a:p>
            <a:endParaRPr lang="en-ID"/>
          </a:p>
        </p:txBody>
      </p:sp>
      <p:sp>
        <p:nvSpPr>
          <p:cNvPr id="6" name="Slide Number Placeholder 5">
            <a:extLst>
              <a:ext uri="{FF2B5EF4-FFF2-40B4-BE49-F238E27FC236}">
                <a16:creationId xmlns:a16="http://schemas.microsoft.com/office/drawing/2014/main" id="{44B2A264-9A74-4736-BB23-7F05874FBEAB}"/>
              </a:ext>
            </a:extLst>
          </p:cNvPr>
          <p:cNvSpPr>
            <a:spLocks noGrp="1"/>
          </p:cNvSpPr>
          <p:nvPr>
            <p:ph type="sldNum" sz="quarter" idx="12"/>
          </p:nvPr>
        </p:nvSpPr>
        <p:spPr/>
        <p:txBody>
          <a:bodyPr/>
          <a:lstStyle/>
          <a:p>
            <a:fld id="{FAD95B14-98E3-44B2-8E00-A1A5AEEE84B8}" type="slidenum">
              <a:rPr lang="en-ID" smtClean="0"/>
              <a:t>‹#›</a:t>
            </a:fld>
            <a:endParaRPr lang="en-ID"/>
          </a:p>
        </p:txBody>
      </p:sp>
    </p:spTree>
    <p:extLst>
      <p:ext uri="{BB962C8B-B14F-4D97-AF65-F5344CB8AC3E}">
        <p14:creationId xmlns:p14="http://schemas.microsoft.com/office/powerpoint/2010/main" val="39865906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5B16D76-5927-4D48-8D2F-75CB7DF0694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D"/>
          </a:p>
        </p:txBody>
      </p:sp>
      <p:sp>
        <p:nvSpPr>
          <p:cNvPr id="3" name="Text Placeholder 2">
            <a:extLst>
              <a:ext uri="{FF2B5EF4-FFF2-40B4-BE49-F238E27FC236}">
                <a16:creationId xmlns:a16="http://schemas.microsoft.com/office/drawing/2014/main" id="{D43E2200-79FA-4DAB-B0C3-6F806A42AA7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Date Placeholder 3">
            <a:extLst>
              <a:ext uri="{FF2B5EF4-FFF2-40B4-BE49-F238E27FC236}">
                <a16:creationId xmlns:a16="http://schemas.microsoft.com/office/drawing/2014/main" id="{54E52517-D209-4692-984A-21FE5EDFDFF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A1BE929-10FF-4CA1-BA2B-FA68668346CC}" type="datetimeFigureOut">
              <a:rPr lang="en-ID" smtClean="0"/>
              <a:t>24/10/2026</a:t>
            </a:fld>
            <a:endParaRPr lang="en-ID"/>
          </a:p>
        </p:txBody>
      </p:sp>
      <p:sp>
        <p:nvSpPr>
          <p:cNvPr id="5" name="Footer Placeholder 4">
            <a:extLst>
              <a:ext uri="{FF2B5EF4-FFF2-40B4-BE49-F238E27FC236}">
                <a16:creationId xmlns:a16="http://schemas.microsoft.com/office/drawing/2014/main" id="{EF80DAED-3F2D-49F3-A3FA-2B72D611A6F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D"/>
          </a:p>
        </p:txBody>
      </p:sp>
      <p:sp>
        <p:nvSpPr>
          <p:cNvPr id="6" name="Slide Number Placeholder 5">
            <a:extLst>
              <a:ext uri="{FF2B5EF4-FFF2-40B4-BE49-F238E27FC236}">
                <a16:creationId xmlns:a16="http://schemas.microsoft.com/office/drawing/2014/main" id="{9BEB3ABD-8857-410E-B3DA-E4CCCA9FA9B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AD95B14-98E3-44B2-8E00-A1A5AEEE84B8}" type="slidenum">
              <a:rPr lang="en-ID" smtClean="0"/>
              <a:t>‹#›</a:t>
            </a:fld>
            <a:endParaRPr lang="en-ID"/>
          </a:p>
        </p:txBody>
      </p:sp>
    </p:spTree>
    <p:extLst>
      <p:ext uri="{BB962C8B-B14F-4D97-AF65-F5344CB8AC3E}">
        <p14:creationId xmlns:p14="http://schemas.microsoft.com/office/powerpoint/2010/main" val="31715163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7.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2.xml"/></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slideLayout" Target="../slideLayouts/slideLayout7.xml"/><Relationship Id="rId1" Type="http://schemas.openxmlformats.org/officeDocument/2006/relationships/tags" Target="../tags/tag3.xml"/></Relationships>
</file>

<file path=ppt/slides/_rels/slide4.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slideLayout" Target="../slideLayouts/slideLayout7.xml"/><Relationship Id="rId1" Type="http://schemas.openxmlformats.org/officeDocument/2006/relationships/tags" Target="../tags/tag4.xml"/><Relationship Id="rId5" Type="http://schemas.openxmlformats.org/officeDocument/2006/relationships/chart" Target="../charts/chart4.xml"/><Relationship Id="rId4" Type="http://schemas.openxmlformats.org/officeDocument/2006/relationships/chart" Target="../charts/chart3.xml"/></Relationships>
</file>

<file path=ppt/slides/_rels/slide5.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slideLayout" Target="../slideLayouts/slideLayout7.xml"/><Relationship Id="rId1" Type="http://schemas.openxmlformats.org/officeDocument/2006/relationships/tags" Target="../tags/tag5.xml"/><Relationship Id="rId4" Type="http://schemas.openxmlformats.org/officeDocument/2006/relationships/chart" Target="../charts/chart6.xml"/></Relationships>
</file>

<file path=ppt/slides/_rels/slide6.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slideLayout" Target="../slideLayouts/slideLayout7.xml"/><Relationship Id="rId1" Type="http://schemas.openxmlformats.org/officeDocument/2006/relationships/tags" Target="../tags/tag6.xml"/><Relationship Id="rId4" Type="http://schemas.openxmlformats.org/officeDocument/2006/relationships/chart" Target="../charts/chart8.xml"/></Relationships>
</file>

<file path=ppt/slides/_rels/slide7.xml.rels><?xml version="1.0" encoding="UTF-8" standalone="yes"?>
<Relationships xmlns="http://schemas.openxmlformats.org/package/2006/relationships"><Relationship Id="rId3" Type="http://schemas.openxmlformats.org/officeDocument/2006/relationships/chart" Target="../charts/chart10.xml"/><Relationship Id="rId2" Type="http://schemas.openxmlformats.org/officeDocument/2006/relationships/chart" Target="../charts/chart9.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chart" Target="../charts/chart12.xml"/><Relationship Id="rId2" Type="http://schemas.openxmlformats.org/officeDocument/2006/relationships/chart" Target="../charts/chart1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E91DC736-0EF8-4F87-9146-EBF1D2EE4D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A pile of tuxedos">
            <a:extLst>
              <a:ext uri="{FF2B5EF4-FFF2-40B4-BE49-F238E27FC236}">
                <a16:creationId xmlns:a16="http://schemas.microsoft.com/office/drawing/2014/main" id="{58CA6E9C-8112-26E7-1FAC-A15C665E429E}"/>
              </a:ext>
            </a:extLst>
          </p:cNvPr>
          <p:cNvPicPr>
            <a:picLocks noChangeAspect="1"/>
          </p:cNvPicPr>
          <p:nvPr/>
        </p:nvPicPr>
        <p:blipFill>
          <a:blip r:embed="rId3"/>
          <a:srcRect r="23298" b="9091"/>
          <a:stretch>
            <a:fillRect/>
          </a:stretch>
        </p:blipFill>
        <p:spPr>
          <a:xfrm>
            <a:off x="3523488" y="0"/>
            <a:ext cx="8668512" cy="6857990"/>
          </a:xfrm>
          <a:prstGeom prst="rect">
            <a:avLst/>
          </a:prstGeom>
        </p:spPr>
      </p:pic>
      <p:sp>
        <p:nvSpPr>
          <p:cNvPr id="19" name="Rectangle 18">
            <a:extLst>
              <a:ext uri="{FF2B5EF4-FFF2-40B4-BE49-F238E27FC236}">
                <a16:creationId xmlns:a16="http://schemas.microsoft.com/office/drawing/2014/main" id="{097CD68E-23E3-4007-8847-CD0944C4F7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756601" cy="6858000"/>
          </a:xfrm>
          <a:prstGeom prst="rect">
            <a:avLst/>
          </a:prstGeom>
          <a:gradFill>
            <a:gsLst>
              <a:gs pos="58000">
                <a:schemeClr val="bg1"/>
              </a:gs>
              <a:gs pos="35000">
                <a:schemeClr val="bg1">
                  <a:alpha val="79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extBox 3">
            <a:extLst>
              <a:ext uri="{FF2B5EF4-FFF2-40B4-BE49-F238E27FC236}">
                <a16:creationId xmlns:a16="http://schemas.microsoft.com/office/drawing/2014/main" id="{DF7D5404-2936-4507-9664-DB09A51581E7}"/>
              </a:ext>
            </a:extLst>
          </p:cNvPr>
          <p:cNvSpPr txBox="1"/>
          <p:nvPr/>
        </p:nvSpPr>
        <p:spPr>
          <a:xfrm>
            <a:off x="128938" y="-741670"/>
            <a:ext cx="6119462" cy="3204134"/>
          </a:xfrm>
          <a:prstGeom prst="rect">
            <a:avLst/>
          </a:prstGeom>
        </p:spPr>
        <p:txBody>
          <a:bodyPr vert="horz" lIns="91440" tIns="45720" rIns="91440" bIns="45720" rtlCol="0" anchor="b">
            <a:normAutofit/>
          </a:bodyPr>
          <a:lstStyle/>
          <a:p>
            <a:pPr indent="-228600">
              <a:lnSpc>
                <a:spcPct val="90000"/>
              </a:lnSpc>
              <a:spcBef>
                <a:spcPct val="0"/>
              </a:spcBef>
              <a:spcAft>
                <a:spcPts val="600"/>
              </a:spcAft>
            </a:pPr>
            <a:r>
              <a:rPr lang="en-US" sz="4800" b="1" dirty="0">
                <a:latin typeface="Aharoni" panose="02010803020104030203" pitchFamily="2" charset="-79"/>
                <a:ea typeface="+mj-ea"/>
                <a:cs typeface="Aharoni" panose="02010803020104030203" pitchFamily="2" charset="-79"/>
              </a:rPr>
              <a:t>Fashion E-Commerce Analysis</a:t>
            </a:r>
          </a:p>
        </p:txBody>
      </p:sp>
      <p:sp>
        <p:nvSpPr>
          <p:cNvPr id="21" name="Rectangle 20">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3" name="Rectangle 22">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custDataLst>
      <p:tags r:id="rId1"/>
    </p:custDataLst>
    <p:extLst>
      <p:ext uri="{BB962C8B-B14F-4D97-AF65-F5344CB8AC3E}">
        <p14:creationId xmlns:p14="http://schemas.microsoft.com/office/powerpoint/2010/main" val="26766956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38ECD8EE-7337-42A0-AA0C-39F1D96DF0F0}"/>
              </a:ext>
            </a:extLst>
          </p:cNvPr>
          <p:cNvCxnSpPr/>
          <p:nvPr/>
        </p:nvCxnSpPr>
        <p:spPr>
          <a:xfrm>
            <a:off x="0" y="1005840"/>
            <a:ext cx="3302000" cy="0"/>
          </a:xfrm>
          <a:prstGeom prst="line">
            <a:avLst/>
          </a:prstGeom>
        </p:spPr>
        <p:style>
          <a:lnRef idx="3">
            <a:schemeClr val="dk1"/>
          </a:lnRef>
          <a:fillRef idx="0">
            <a:schemeClr val="dk1"/>
          </a:fillRef>
          <a:effectRef idx="2">
            <a:schemeClr val="dk1"/>
          </a:effectRef>
          <a:fontRef idx="minor">
            <a:schemeClr val="tx1"/>
          </a:fontRef>
        </p:style>
      </p:cxnSp>
      <p:sp>
        <p:nvSpPr>
          <p:cNvPr id="4" name="TextBox 3">
            <a:extLst>
              <a:ext uri="{FF2B5EF4-FFF2-40B4-BE49-F238E27FC236}">
                <a16:creationId xmlns:a16="http://schemas.microsoft.com/office/drawing/2014/main" id="{D26ED819-7647-4BE0-87C2-453DED1B1005}"/>
              </a:ext>
            </a:extLst>
          </p:cNvPr>
          <p:cNvSpPr txBox="1"/>
          <p:nvPr/>
        </p:nvSpPr>
        <p:spPr>
          <a:xfrm>
            <a:off x="754602" y="482620"/>
            <a:ext cx="3701989" cy="523220"/>
          </a:xfrm>
          <a:prstGeom prst="rect">
            <a:avLst/>
          </a:prstGeom>
          <a:noFill/>
        </p:spPr>
        <p:txBody>
          <a:bodyPr wrap="square" rtlCol="0">
            <a:spAutoFit/>
          </a:bodyPr>
          <a:lstStyle/>
          <a:p>
            <a:r>
              <a:rPr lang="en-US" sz="2800" dirty="0">
                <a:latin typeface="Aharoni" panose="02010803020104030203" pitchFamily="2" charset="-79"/>
                <a:cs typeface="Aharoni" panose="02010803020104030203" pitchFamily="2" charset="-79"/>
              </a:rPr>
              <a:t>Question</a:t>
            </a:r>
            <a:endParaRPr lang="en-ID" sz="2800" dirty="0">
              <a:latin typeface="Aharoni" panose="02010803020104030203" pitchFamily="2" charset="-79"/>
              <a:cs typeface="Aharoni" panose="02010803020104030203" pitchFamily="2" charset="-79"/>
            </a:endParaRPr>
          </a:p>
        </p:txBody>
      </p:sp>
      <p:sp>
        <p:nvSpPr>
          <p:cNvPr id="5" name="TextBox 4">
            <a:extLst>
              <a:ext uri="{FF2B5EF4-FFF2-40B4-BE49-F238E27FC236}">
                <a16:creationId xmlns:a16="http://schemas.microsoft.com/office/drawing/2014/main" id="{9FA02CC1-341F-476C-9A4A-4970AFE95C8B}"/>
              </a:ext>
            </a:extLst>
          </p:cNvPr>
          <p:cNvSpPr txBox="1"/>
          <p:nvPr/>
        </p:nvSpPr>
        <p:spPr>
          <a:xfrm>
            <a:off x="355105" y="1624613"/>
            <a:ext cx="9871969" cy="2800767"/>
          </a:xfrm>
          <a:prstGeom prst="rect">
            <a:avLst/>
          </a:prstGeom>
          <a:noFill/>
        </p:spPr>
        <p:txBody>
          <a:bodyPr wrap="square" rtlCol="0">
            <a:spAutoFit/>
          </a:bodyPr>
          <a:lstStyle/>
          <a:p>
            <a:pPr marL="285750" indent="-285750">
              <a:buFont typeface="Arial" panose="020B0604020202020204" pitchFamily="34" charset="0"/>
              <a:buChar char="•"/>
            </a:pPr>
            <a:r>
              <a:rPr lang="en-ID" sz="1600" b="1" i="0" u="none" strike="noStrike" dirty="0" err="1">
                <a:solidFill>
                  <a:srgbClr val="000000"/>
                </a:solidFill>
                <a:effectLst/>
                <a:latin typeface="Arial" panose="020B0604020202020204" pitchFamily="34" charset="0"/>
              </a:rPr>
              <a:t>How have revenue and order count trended over 6 months? Is there a standout month?</a:t>
            </a:r>
          </a:p>
          <a:p>
            <a:pPr marL="285750" indent="-285750">
              <a:buFont typeface="Arial" panose="020B0604020202020204" pitchFamily="34" charset="0"/>
              <a:buChar char="•"/>
            </a:pPr>
            <a:endParaRPr lang="en-ID" sz="1600" b="1" dirty="0">
              <a:solidFill>
                <a:srgbClr val="000000"/>
              </a:solidFill>
              <a:latin typeface="Arial" panose="020B0604020202020204" pitchFamily="34" charset="0"/>
            </a:endParaRPr>
          </a:p>
          <a:p>
            <a:pPr marL="285750" indent="-285750">
              <a:buFont typeface="Arial" panose="020B0604020202020204" pitchFamily="34" charset="0"/>
              <a:buChar char="•"/>
            </a:pPr>
            <a:r>
              <a:rPr lang="en-ID" sz="1600" b="1" i="0" u="none" strike="noStrike" dirty="0">
                <a:solidFill>
                  <a:srgbClr val="000000"/>
                </a:solidFill>
                <a:effectLst/>
                <a:latin typeface="Arial" panose="020B0604020202020204" pitchFamily="34" charset="0"/>
              </a:rPr>
              <a:t>Which channel contributes the most revenue and AOV? What are the implications?</a:t>
            </a:r>
            <a:r>
              <a:rPr lang="en-ID" sz="1600" b="1" dirty="0"/>
              <a:t> </a:t>
            </a:r>
            <a:endParaRPr lang="en-ID" sz="1600" b="1" dirty="0">
              <a:solidFill>
                <a:srgbClr val="000000"/>
              </a:solidFill>
              <a:latin typeface="Arial" panose="020B0604020202020204" pitchFamily="34" charset="0"/>
            </a:endParaRPr>
          </a:p>
          <a:p>
            <a:pPr marL="285750" indent="-285750">
              <a:buFont typeface="Arial" panose="020B0604020202020204" pitchFamily="34" charset="0"/>
              <a:buChar char="•"/>
            </a:pPr>
            <a:endParaRPr lang="en-ID" sz="1600" b="1" dirty="0">
              <a:solidFill>
                <a:srgbClr val="000000"/>
              </a:solidFill>
              <a:latin typeface="Arial" panose="020B0604020202020204" pitchFamily="34" charset="0"/>
            </a:endParaRPr>
          </a:p>
          <a:p>
            <a:pPr marL="285750" indent="-285750">
              <a:buFont typeface="Arial" panose="020B0604020202020204" pitchFamily="34" charset="0"/>
              <a:buChar char="•"/>
            </a:pPr>
            <a:r>
              <a:rPr lang="en-ID" sz="1600" b="1" i="0" u="none" strike="noStrike" dirty="0" err="1">
                <a:solidFill>
                  <a:srgbClr val="000000"/>
                </a:solidFill>
                <a:effectLst/>
                <a:latin typeface="Arial" panose="020B0604020202020204" pitchFamily="34" charset="0"/>
              </a:rPr>
              <a:t>Which categories perform best and worst? Why?</a:t>
            </a:r>
            <a:r>
              <a:rPr lang="en-ID" sz="1600" b="1" dirty="0"/>
              <a:t> </a:t>
            </a:r>
            <a:endParaRPr lang="en-ID" sz="1600" b="1" dirty="0">
              <a:solidFill>
                <a:srgbClr val="000000"/>
              </a:solidFill>
              <a:latin typeface="Arial" panose="020B0604020202020204" pitchFamily="34" charset="0"/>
            </a:endParaRPr>
          </a:p>
          <a:p>
            <a:pPr marL="285750" indent="-285750">
              <a:buFont typeface="Arial" panose="020B0604020202020204" pitchFamily="34" charset="0"/>
              <a:buChar char="•"/>
            </a:pPr>
            <a:endParaRPr lang="en-ID" sz="1600" b="1" dirty="0">
              <a:solidFill>
                <a:srgbClr val="000000"/>
              </a:solidFill>
              <a:latin typeface="Arial" panose="020B0604020202020204" pitchFamily="34" charset="0"/>
            </a:endParaRPr>
          </a:p>
          <a:p>
            <a:pPr marL="285750" indent="-285750">
              <a:buFont typeface="Arial" panose="020B0604020202020204" pitchFamily="34" charset="0"/>
              <a:buChar char="•"/>
            </a:pPr>
            <a:r>
              <a:rPr lang="en-ID" sz="1600" b="1" i="0" u="none" strike="noStrike" dirty="0" err="1">
                <a:solidFill>
                  <a:srgbClr val="000000"/>
                </a:solidFill>
                <a:effectLst/>
                <a:latin typeface="Arial" panose="020B0604020202020204" pitchFamily="34" charset="0"/>
              </a:rPr>
              <a:t>Does a bigger discount always lead to higher revenue?</a:t>
            </a:r>
            <a:r>
              <a:rPr lang="en-ID" sz="1600" b="1" dirty="0"/>
              <a:t> </a:t>
            </a:r>
            <a:endParaRPr lang="en-ID" sz="1600" b="1" dirty="0">
              <a:solidFill>
                <a:srgbClr val="000000"/>
              </a:solidFill>
              <a:latin typeface="Arial" panose="020B0604020202020204" pitchFamily="34" charset="0"/>
            </a:endParaRPr>
          </a:p>
          <a:p>
            <a:pPr marL="285750" indent="-285750">
              <a:buFont typeface="Arial" panose="020B0604020202020204" pitchFamily="34" charset="0"/>
              <a:buChar char="•"/>
            </a:pPr>
            <a:endParaRPr lang="en-ID" sz="1600" b="1" dirty="0">
              <a:solidFill>
                <a:srgbClr val="000000"/>
              </a:solidFill>
              <a:latin typeface="Arial" panose="020B0604020202020204" pitchFamily="34" charset="0"/>
            </a:endParaRPr>
          </a:p>
          <a:p>
            <a:pPr marL="285750" indent="-285750">
              <a:buFont typeface="Arial" panose="020B0604020202020204" pitchFamily="34" charset="0"/>
              <a:buChar char="•"/>
            </a:pPr>
            <a:r>
              <a:rPr lang="en-ID" sz="1600" b="1" i="0" u="none" strike="noStrike" dirty="0" err="1">
                <a:solidFill>
                  <a:srgbClr val="000000"/>
                </a:solidFill>
                <a:effectLst/>
                <a:latin typeface="Arial" panose="020B0604020202020204" pitchFamily="34" charset="0"/>
              </a:rPr>
              <a:t>How do new vs existing customers differ in revenue and order frequency?</a:t>
            </a:r>
            <a:r>
              <a:rPr lang="en-ID" sz="1600" b="1" dirty="0"/>
              <a:t> </a:t>
            </a:r>
            <a:endParaRPr lang="en-ID" sz="1600" b="1" dirty="0">
              <a:solidFill>
                <a:srgbClr val="000000"/>
              </a:solidFill>
              <a:latin typeface="Arial" panose="020B0604020202020204" pitchFamily="34" charset="0"/>
            </a:endParaRPr>
          </a:p>
          <a:p>
            <a:pPr marL="285750" indent="-285750">
              <a:buFont typeface="Arial" panose="020B0604020202020204" pitchFamily="34" charset="0"/>
              <a:buChar char="•"/>
            </a:pPr>
            <a:endParaRPr lang="en-ID" sz="1600" b="1" dirty="0">
              <a:solidFill>
                <a:srgbClr val="000000"/>
              </a:solidFill>
              <a:latin typeface="Arial" panose="020B0604020202020204" pitchFamily="34" charset="0"/>
            </a:endParaRPr>
          </a:p>
          <a:p>
            <a:pPr marL="285750" indent="-285750">
              <a:buFont typeface="Arial" panose="020B0604020202020204" pitchFamily="34" charset="0"/>
              <a:buChar char="•"/>
            </a:pPr>
            <a:r>
              <a:rPr lang="en-ID" sz="1600" b="1" i="0" u="none" strike="noStrike" dirty="0" err="1">
                <a:solidFill>
                  <a:srgbClr val="000000"/>
                </a:solidFill>
                <a:effectLst/>
                <a:latin typeface="Arial" panose="020B0604020202020204" pitchFamily="34" charset="0"/>
              </a:rPr>
              <a:t>Which products rank in the top 10 and bottom 10 by revenue?</a:t>
            </a:r>
            <a:r>
              <a:rPr lang="en-ID" sz="1600" b="1" dirty="0"/>
              <a:t>  </a:t>
            </a:r>
          </a:p>
        </p:txBody>
      </p:sp>
    </p:spTree>
    <p:custDataLst>
      <p:tags r:id="rId1"/>
    </p:custDataLst>
    <p:extLst>
      <p:ext uri="{BB962C8B-B14F-4D97-AF65-F5344CB8AC3E}">
        <p14:creationId xmlns:p14="http://schemas.microsoft.com/office/powerpoint/2010/main" val="176370548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85BC24E-41E3-493B-8A6C-04EB74A57076}"/>
              </a:ext>
            </a:extLst>
          </p:cNvPr>
          <p:cNvSpPr txBox="1"/>
          <p:nvPr/>
        </p:nvSpPr>
        <p:spPr>
          <a:xfrm>
            <a:off x="568172" y="132567"/>
            <a:ext cx="6427432" cy="369332"/>
          </a:xfrm>
          <a:prstGeom prst="rect">
            <a:avLst/>
          </a:prstGeom>
          <a:noFill/>
        </p:spPr>
        <p:txBody>
          <a:bodyPr wrap="square" rtlCol="0">
            <a:spAutoFit/>
          </a:bodyPr>
          <a:lstStyle/>
          <a:p>
            <a:r>
              <a:rPr lang="en-ID" b="1" dirty="0" err="1">
                <a:latin typeface="Arial" panose="020B0604020202020204" pitchFamily="34" charset="0"/>
              </a:rPr>
              <a:t>Order Trend Is Rising but Revenue Growth Is</a:t>
            </a:r>
            <a:r>
              <a:rPr lang="en-ID" b="1" dirty="0"/>
              <a:t> Inconsistent</a:t>
            </a:r>
          </a:p>
        </p:txBody>
      </p:sp>
      <p:graphicFrame>
        <p:nvGraphicFramePr>
          <p:cNvPr id="5" name="Chart 4">
            <a:extLst>
              <a:ext uri="{FF2B5EF4-FFF2-40B4-BE49-F238E27FC236}">
                <a16:creationId xmlns:a16="http://schemas.microsoft.com/office/drawing/2014/main" id="{A16CC233-2C85-436F-9F8A-36446A8A0CD2}"/>
              </a:ext>
            </a:extLst>
          </p:cNvPr>
          <p:cNvGraphicFramePr>
            <a:graphicFrameLocks/>
          </p:cNvGraphicFramePr>
          <p:nvPr>
            <p:extLst>
              <p:ext uri="{D42A27DB-BD31-4B8C-83A1-F6EECF244321}">
                <p14:modId xmlns:p14="http://schemas.microsoft.com/office/powerpoint/2010/main" val="4200981832"/>
              </p:ext>
            </p:extLst>
          </p:nvPr>
        </p:nvGraphicFramePr>
        <p:xfrm>
          <a:off x="5927323" y="1322710"/>
          <a:ext cx="5223032" cy="3185866"/>
        </p:xfrm>
        <a:graphic>
          <a:graphicData uri="http://schemas.openxmlformats.org/drawingml/2006/chart">
            <c:chart xmlns:c="http://schemas.openxmlformats.org/drawingml/2006/chart" xmlns:r="http://schemas.openxmlformats.org/officeDocument/2006/relationships" r:id="rId3"/>
          </a:graphicData>
        </a:graphic>
      </p:graphicFrame>
      <p:sp>
        <p:nvSpPr>
          <p:cNvPr id="10" name="TextBox 9">
            <a:extLst>
              <a:ext uri="{FF2B5EF4-FFF2-40B4-BE49-F238E27FC236}">
                <a16:creationId xmlns:a16="http://schemas.microsoft.com/office/drawing/2014/main" id="{ABD61446-3E2E-4830-B8E8-D1A98B2297BB}"/>
              </a:ext>
            </a:extLst>
          </p:cNvPr>
          <p:cNvSpPr txBox="1"/>
          <p:nvPr/>
        </p:nvSpPr>
        <p:spPr>
          <a:xfrm>
            <a:off x="568722" y="1349344"/>
            <a:ext cx="5002017" cy="1169551"/>
          </a:xfrm>
          <a:prstGeom prst="rect">
            <a:avLst/>
          </a:prstGeom>
          <a:noFill/>
        </p:spPr>
        <p:txBody>
          <a:bodyPr wrap="square" rtlCol="0">
            <a:spAutoFit/>
          </a:bodyPr>
          <a:lstStyle/>
          <a:p>
            <a:pPr marL="285750" indent="-285750">
              <a:buFont typeface="Wingdings" panose="05000000000000000000" pitchFamily="2" charset="2"/>
              <a:buChar char="§"/>
            </a:pPr>
            <a:r>
              <a:rPr lang="en-ID" sz="1400" b="1" dirty="0"/>
              <a:t>Revenue over the six months was stable in the range of Rp1.19B to Rp1.20B </a:t>
            </a:r>
            <a:r>
              <a:rPr lang="en-ID" sz="1400" dirty="0" err="1"/>
              <a:t>with no clear trend. Order count rose gradually, and order growth did not translate into revenue growth. </a:t>
            </a:r>
            <a:r>
              <a:rPr lang="en-ID" sz="1400" b="1" dirty="0">
                <a:solidFill>
                  <a:schemeClr val="tx1">
                    <a:lumMod val="65000"/>
                    <a:lumOff val="35000"/>
                  </a:schemeClr>
                </a:solidFill>
              </a:rPr>
              <a:t>April was the revenue peak at Rp1.22B</a:t>
            </a:r>
            <a:r>
              <a:rPr lang="en-ID" sz="1400" dirty="0"/>
              <a:t>, while </a:t>
            </a:r>
            <a:r>
              <a:rPr lang="en-ID" sz="1400" b="1" dirty="0">
                <a:solidFill>
                  <a:schemeClr val="accent5">
                    <a:lumMod val="75000"/>
                  </a:schemeClr>
                </a:solidFill>
              </a:rPr>
              <a:t>May stood out because of its 427 orders.</a:t>
            </a:r>
            <a:endParaRPr lang="en-ID" sz="1400" dirty="0"/>
          </a:p>
        </p:txBody>
      </p:sp>
      <p:sp>
        <p:nvSpPr>
          <p:cNvPr id="12" name="TextBox 11">
            <a:extLst>
              <a:ext uri="{FF2B5EF4-FFF2-40B4-BE49-F238E27FC236}">
                <a16:creationId xmlns:a16="http://schemas.microsoft.com/office/drawing/2014/main" id="{294AF1A6-04A7-4443-9784-8D624D742327}"/>
              </a:ext>
            </a:extLst>
          </p:cNvPr>
          <p:cNvSpPr txBox="1"/>
          <p:nvPr/>
        </p:nvSpPr>
        <p:spPr>
          <a:xfrm>
            <a:off x="639192" y="4776191"/>
            <a:ext cx="5560383" cy="1384995"/>
          </a:xfrm>
          <a:prstGeom prst="rect">
            <a:avLst/>
          </a:prstGeom>
          <a:noFill/>
        </p:spPr>
        <p:txBody>
          <a:bodyPr wrap="square" rtlCol="0">
            <a:spAutoFit/>
          </a:bodyPr>
          <a:lstStyle/>
          <a:p>
            <a:r>
              <a:rPr lang="en-ID" sz="1200" b="1" dirty="0"/>
              <a:t>RECOMMENDATION: Increase sales of high-value products.</a:t>
            </a:r>
            <a:r>
              <a:rPr lang="en-ID" sz="1200" dirty="0"/>
              <a:t> Apply relevant bundling and cross-selling to increase customers' basket value without sacrificing profit margins.</a:t>
            </a:r>
          </a:p>
          <a:p>
            <a:endParaRPr lang="en-ID" sz="1200" dirty="0"/>
          </a:p>
          <a:p>
            <a:r>
              <a:rPr lang="sv-SE" sz="1200" b="1" dirty="0"/>
              <a:t>Evaluate promotion effectiveness.</a:t>
            </a:r>
            <a:r>
              <a:rPr lang="sv-SE" sz="1200" dirty="0"/>
              <a:t> Make sure that the increase in order count leads to revenue and profitability growth, not just transaction volume.</a:t>
            </a:r>
          </a:p>
          <a:p>
            <a:endParaRPr lang="en-ID" sz="1200" dirty="0"/>
          </a:p>
        </p:txBody>
      </p:sp>
    </p:spTree>
    <p:custDataLst>
      <p:tags r:id="rId1"/>
    </p:custDataLst>
    <p:extLst>
      <p:ext uri="{BB962C8B-B14F-4D97-AF65-F5344CB8AC3E}">
        <p14:creationId xmlns:p14="http://schemas.microsoft.com/office/powerpoint/2010/main" val="1105062801"/>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3E5FEA9-02B4-426E-A172-24B180CE8271}"/>
              </a:ext>
            </a:extLst>
          </p:cNvPr>
          <p:cNvSpPr txBox="1"/>
          <p:nvPr/>
        </p:nvSpPr>
        <p:spPr>
          <a:xfrm>
            <a:off x="554717" y="200754"/>
            <a:ext cx="10342486" cy="369332"/>
          </a:xfrm>
          <a:prstGeom prst="rect">
            <a:avLst/>
          </a:prstGeom>
          <a:noFill/>
        </p:spPr>
        <p:txBody>
          <a:bodyPr wrap="square" rtlCol="0">
            <a:spAutoFit/>
          </a:bodyPr>
          <a:lstStyle/>
          <a:p>
            <a:r>
              <a:rPr lang="en-ID" b="1" dirty="0"/>
              <a:t>Website Leads in Order Count and Revenue Contribution</a:t>
            </a:r>
            <a:endParaRPr lang="en-ID" dirty="0"/>
          </a:p>
        </p:txBody>
      </p:sp>
      <p:sp>
        <p:nvSpPr>
          <p:cNvPr id="15" name="TextBox 14">
            <a:extLst>
              <a:ext uri="{FF2B5EF4-FFF2-40B4-BE49-F238E27FC236}">
                <a16:creationId xmlns:a16="http://schemas.microsoft.com/office/drawing/2014/main" id="{EA14C619-1784-4F4E-8D87-B5185298BB99}"/>
              </a:ext>
            </a:extLst>
          </p:cNvPr>
          <p:cNvSpPr txBox="1"/>
          <p:nvPr/>
        </p:nvSpPr>
        <p:spPr>
          <a:xfrm>
            <a:off x="554717" y="1143026"/>
            <a:ext cx="4951366" cy="954107"/>
          </a:xfrm>
          <a:prstGeom prst="rect">
            <a:avLst/>
          </a:prstGeom>
          <a:noFill/>
        </p:spPr>
        <p:txBody>
          <a:bodyPr wrap="square" rtlCol="0">
            <a:spAutoFit/>
          </a:bodyPr>
          <a:lstStyle/>
          <a:p>
            <a:pPr marL="285750" indent="-285750">
              <a:buFont typeface="Wingdings" panose="05000000000000000000" pitchFamily="2" charset="2"/>
              <a:buChar char="§"/>
            </a:pPr>
            <a:r>
              <a:rPr lang="en-ID" sz="1400" b="1" dirty="0">
                <a:solidFill>
                  <a:schemeClr val="accent1"/>
                </a:solidFill>
              </a:rPr>
              <a:t>Website contributes 59% of revenue with 1,433 orders</a:t>
            </a:r>
            <a:r>
              <a:rPr lang="en-ID" sz="1400" dirty="0"/>
              <a:t>, compared with </a:t>
            </a:r>
            <a:r>
              <a:rPr lang="en-ID" sz="1400" b="1" dirty="0">
                <a:solidFill>
                  <a:schemeClr val="accent1">
                    <a:lumMod val="60000"/>
                    <a:lumOff val="40000"/>
                  </a:schemeClr>
                </a:solidFill>
              </a:rPr>
              <a:t>Marketplace at 41% with 1,043 orders</a:t>
            </a:r>
            <a:r>
              <a:rPr lang="en-ID" sz="1400" dirty="0"/>
              <a:t>. </a:t>
            </a:r>
            <a:r>
              <a:rPr lang="en-ID" sz="1400" b="1" dirty="0"/>
              <a:t>Website also has a higher AOV, at Rp2.87 million versus Rp2.79 million.</a:t>
            </a:r>
          </a:p>
        </p:txBody>
      </p:sp>
      <p:graphicFrame>
        <p:nvGraphicFramePr>
          <p:cNvPr id="9" name="Chart 8">
            <a:extLst>
              <a:ext uri="{FF2B5EF4-FFF2-40B4-BE49-F238E27FC236}">
                <a16:creationId xmlns:a16="http://schemas.microsoft.com/office/drawing/2014/main" id="{57C70C26-92BD-489B-8AC7-5EFF6F401BFF}"/>
              </a:ext>
            </a:extLst>
          </p:cNvPr>
          <p:cNvGraphicFramePr>
            <a:graphicFrameLocks/>
          </p:cNvGraphicFramePr>
          <p:nvPr>
            <p:extLst>
              <p:ext uri="{D42A27DB-BD31-4B8C-83A1-F6EECF244321}">
                <p14:modId xmlns:p14="http://schemas.microsoft.com/office/powerpoint/2010/main" val="1955172662"/>
              </p:ext>
            </p:extLst>
          </p:nvPr>
        </p:nvGraphicFramePr>
        <p:xfrm>
          <a:off x="780453" y="2293328"/>
          <a:ext cx="3778919" cy="2860521"/>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0" name="Chart 9">
            <a:extLst>
              <a:ext uri="{FF2B5EF4-FFF2-40B4-BE49-F238E27FC236}">
                <a16:creationId xmlns:a16="http://schemas.microsoft.com/office/drawing/2014/main" id="{2F4E7CD3-C13C-469D-95A6-3DFC121EAC01}"/>
              </a:ext>
            </a:extLst>
          </p:cNvPr>
          <p:cNvGraphicFramePr>
            <a:graphicFrameLocks/>
          </p:cNvGraphicFramePr>
          <p:nvPr>
            <p:extLst>
              <p:ext uri="{D42A27DB-BD31-4B8C-83A1-F6EECF244321}">
                <p14:modId xmlns:p14="http://schemas.microsoft.com/office/powerpoint/2010/main" val="2043242563"/>
              </p:ext>
            </p:extLst>
          </p:nvPr>
        </p:nvGraphicFramePr>
        <p:xfrm>
          <a:off x="7144287" y="969462"/>
          <a:ext cx="3778919" cy="2754127"/>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1" name="Chart 10">
            <a:extLst>
              <a:ext uri="{FF2B5EF4-FFF2-40B4-BE49-F238E27FC236}">
                <a16:creationId xmlns:a16="http://schemas.microsoft.com/office/drawing/2014/main" id="{12BDB07F-D903-4D46-AC9A-226F04B8BCBD}"/>
              </a:ext>
            </a:extLst>
          </p:cNvPr>
          <p:cNvGraphicFramePr>
            <a:graphicFrameLocks/>
          </p:cNvGraphicFramePr>
          <p:nvPr>
            <p:extLst>
              <p:ext uri="{D42A27DB-BD31-4B8C-83A1-F6EECF244321}">
                <p14:modId xmlns:p14="http://schemas.microsoft.com/office/powerpoint/2010/main" val="1809273632"/>
              </p:ext>
            </p:extLst>
          </p:nvPr>
        </p:nvGraphicFramePr>
        <p:xfrm>
          <a:off x="7093487" y="4008516"/>
          <a:ext cx="3976609" cy="2544550"/>
        </p:xfrm>
        <a:graphic>
          <a:graphicData uri="http://schemas.openxmlformats.org/drawingml/2006/chart">
            <c:chart xmlns:c="http://schemas.openxmlformats.org/drawingml/2006/chart" xmlns:r="http://schemas.openxmlformats.org/officeDocument/2006/relationships" r:id="rId5"/>
          </a:graphicData>
        </a:graphic>
      </p:graphicFrame>
      <p:sp>
        <p:nvSpPr>
          <p:cNvPr id="5" name="TextBox 4">
            <a:extLst>
              <a:ext uri="{FF2B5EF4-FFF2-40B4-BE49-F238E27FC236}">
                <a16:creationId xmlns:a16="http://schemas.microsoft.com/office/drawing/2014/main" id="{E454CA4B-1BEC-493B-974F-5BF81C9145EE}"/>
              </a:ext>
            </a:extLst>
          </p:cNvPr>
          <p:cNvSpPr txBox="1"/>
          <p:nvPr/>
        </p:nvSpPr>
        <p:spPr>
          <a:xfrm>
            <a:off x="621439" y="5280791"/>
            <a:ext cx="5539666" cy="954107"/>
          </a:xfrm>
          <a:prstGeom prst="rect">
            <a:avLst/>
          </a:prstGeom>
          <a:noFill/>
        </p:spPr>
        <p:txBody>
          <a:bodyPr wrap="square" rtlCol="0">
            <a:spAutoFit/>
          </a:bodyPr>
          <a:lstStyle/>
          <a:p>
            <a:r>
              <a:rPr lang="en-ID" sz="1400" b="1" dirty="0"/>
              <a:t>RECOMMENDATION: Maintain Website's performance as the main channel</a:t>
            </a:r>
            <a:r>
              <a:rPr lang="en-ID" sz="1400" dirty="0"/>
              <a:t>, while evaluating the factors limiting Marketplace order volume to identify revenue growth opportunities.</a:t>
            </a:r>
          </a:p>
          <a:p>
            <a:endParaRPr lang="en-ID" sz="1400" dirty="0"/>
          </a:p>
        </p:txBody>
      </p:sp>
    </p:spTree>
    <p:custDataLst>
      <p:tags r:id="rId1"/>
    </p:custDataLst>
    <p:extLst>
      <p:ext uri="{BB962C8B-B14F-4D97-AF65-F5344CB8AC3E}">
        <p14:creationId xmlns:p14="http://schemas.microsoft.com/office/powerpoint/2010/main" val="3297468406"/>
      </p:ext>
    </p:extLst>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16CBA80-A6CF-48C1-A0A9-D73F292B3C32}"/>
              </a:ext>
            </a:extLst>
          </p:cNvPr>
          <p:cNvSpPr txBox="1"/>
          <p:nvPr/>
        </p:nvSpPr>
        <p:spPr>
          <a:xfrm>
            <a:off x="577053" y="88177"/>
            <a:ext cx="6906826" cy="646331"/>
          </a:xfrm>
          <a:prstGeom prst="rect">
            <a:avLst/>
          </a:prstGeom>
          <a:noFill/>
        </p:spPr>
        <p:txBody>
          <a:bodyPr wrap="square" rtlCol="0">
            <a:spAutoFit/>
          </a:bodyPr>
          <a:lstStyle/>
          <a:p>
            <a:r>
              <a:rPr lang="en-ID" sz="2000" b="1" dirty="0"/>
              <a:t>Handbags Leads Net Revenue</a:t>
            </a:r>
          </a:p>
          <a:p>
            <a:r>
              <a:rPr lang="en-ID" sz="1600" b="1" dirty="0" err="1"/>
              <a:t>while Small Leather Goods Lags Across All Key Indicators</a:t>
            </a:r>
            <a:endParaRPr lang="en-ID" sz="1600" b="1" dirty="0">
              <a:solidFill>
                <a:schemeClr val="bg1"/>
              </a:solidFill>
              <a:latin typeface="Arial" panose="020B0604020202020204" pitchFamily="34" charset="0"/>
            </a:endParaRPr>
          </a:p>
        </p:txBody>
      </p:sp>
      <p:grpSp>
        <p:nvGrpSpPr>
          <p:cNvPr id="7" name="Group 6">
            <a:extLst>
              <a:ext uri="{FF2B5EF4-FFF2-40B4-BE49-F238E27FC236}">
                <a16:creationId xmlns:a16="http://schemas.microsoft.com/office/drawing/2014/main" id="{22D2D45C-27FF-4799-A412-77A4465B52D2}"/>
              </a:ext>
            </a:extLst>
          </p:cNvPr>
          <p:cNvGrpSpPr/>
          <p:nvPr/>
        </p:nvGrpSpPr>
        <p:grpSpPr>
          <a:xfrm>
            <a:off x="6910058" y="446854"/>
            <a:ext cx="4254874" cy="5687616"/>
            <a:chOff x="7812287" y="3442604"/>
            <a:chExt cx="4799927" cy="5096384"/>
          </a:xfrm>
        </p:grpSpPr>
        <p:graphicFrame>
          <p:nvGraphicFramePr>
            <p:cNvPr id="5" name="Chart 4">
              <a:extLst>
                <a:ext uri="{FF2B5EF4-FFF2-40B4-BE49-F238E27FC236}">
                  <a16:creationId xmlns:a16="http://schemas.microsoft.com/office/drawing/2014/main" id="{DD400206-2572-4207-BD9A-3ED819B9D3A3}"/>
                </a:ext>
              </a:extLst>
            </p:cNvPr>
            <p:cNvGraphicFramePr>
              <a:graphicFrameLocks/>
            </p:cNvGraphicFramePr>
            <p:nvPr>
              <p:extLst>
                <p:ext uri="{D42A27DB-BD31-4B8C-83A1-F6EECF244321}">
                  <p14:modId xmlns:p14="http://schemas.microsoft.com/office/powerpoint/2010/main" val="3025919535"/>
                </p:ext>
              </p:extLst>
            </p:nvPr>
          </p:nvGraphicFramePr>
          <p:xfrm>
            <a:off x="8041487" y="5731761"/>
            <a:ext cx="4570727" cy="2807227"/>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6" name="Chart 5">
              <a:extLst>
                <a:ext uri="{FF2B5EF4-FFF2-40B4-BE49-F238E27FC236}">
                  <a16:creationId xmlns:a16="http://schemas.microsoft.com/office/drawing/2014/main" id="{B5643226-1879-470C-98DC-25CA87CF0CB4}"/>
                </a:ext>
              </a:extLst>
            </p:cNvPr>
            <p:cNvGraphicFramePr>
              <a:graphicFrameLocks/>
            </p:cNvGraphicFramePr>
            <p:nvPr>
              <p:extLst>
                <p:ext uri="{D42A27DB-BD31-4B8C-83A1-F6EECF244321}">
                  <p14:modId xmlns:p14="http://schemas.microsoft.com/office/powerpoint/2010/main" val="2670281368"/>
                </p:ext>
              </p:extLst>
            </p:nvPr>
          </p:nvGraphicFramePr>
          <p:xfrm>
            <a:off x="7812287" y="3442604"/>
            <a:ext cx="4572002" cy="2161053"/>
          </p:xfrm>
          <a:graphic>
            <a:graphicData uri="http://schemas.openxmlformats.org/drawingml/2006/chart">
              <c:chart xmlns:c="http://schemas.openxmlformats.org/drawingml/2006/chart" xmlns:r="http://schemas.openxmlformats.org/officeDocument/2006/relationships" r:id="rId4"/>
            </a:graphicData>
          </a:graphic>
        </p:graphicFrame>
      </p:grpSp>
      <p:sp>
        <p:nvSpPr>
          <p:cNvPr id="12" name="TextBox 11">
            <a:extLst>
              <a:ext uri="{FF2B5EF4-FFF2-40B4-BE49-F238E27FC236}">
                <a16:creationId xmlns:a16="http://schemas.microsoft.com/office/drawing/2014/main" id="{7279EF28-65C1-4836-AC55-10CAAAB133D7}"/>
              </a:ext>
            </a:extLst>
          </p:cNvPr>
          <p:cNvSpPr txBox="1"/>
          <p:nvPr/>
        </p:nvSpPr>
        <p:spPr>
          <a:xfrm>
            <a:off x="577053" y="4183000"/>
            <a:ext cx="5948034" cy="3046988"/>
          </a:xfrm>
          <a:prstGeom prst="rect">
            <a:avLst/>
          </a:prstGeom>
          <a:noFill/>
        </p:spPr>
        <p:txBody>
          <a:bodyPr wrap="square" rtlCol="0">
            <a:spAutoFit/>
          </a:bodyPr>
          <a:lstStyle/>
          <a:p>
            <a:r>
              <a:rPr lang="en-ID" sz="1200" b="1" dirty="0"/>
              <a:t>RECOMMENDATION: The business can test promotions for the Handbags category </a:t>
            </a:r>
            <a:r>
              <a:rPr lang="en-ID" sz="1200" dirty="0" err="1"/>
              <a:t>through the website channel to increase order count while maintaining a high average transaction value. Before settling on the website as the main channel, compare Handbags performance across channels based on revenue, order count, AOV, conversion rate, and promotion cost to make sure the chosen strategy is effective and profitable.</a:t>
            </a:r>
          </a:p>
          <a:p>
            <a:endParaRPr lang="en-ID" sz="1200" dirty="0"/>
          </a:p>
          <a:p>
            <a:r>
              <a:rPr lang="en-ID" sz="1200" b="1" dirty="0" err="1"/>
              <a:t>The Small Leather Goods category has the lowest revenue and order count </a:t>
            </a:r>
            <a:r>
              <a:rPr lang="en-ID" sz="1200" dirty="0" err="1"/>
              <a:t>compared with other categories. The business can test bundling or cross-selling strategies with the Handbags category through the website to encourage purchases of complementary products and increase order count. In addition, evaluate product performance, pricing, and conversion rates in each channel to identify opportunities to increase sales. The effectiveness of the strategy should be measured by growth in orders, AOV, revenue, and profit margin.</a:t>
            </a:r>
          </a:p>
          <a:p>
            <a:pPr marL="171450" indent="-171450">
              <a:buFont typeface="Arial" panose="020B0604020202020204" pitchFamily="34" charset="0"/>
              <a:buChar char="•"/>
            </a:pPr>
            <a:endParaRPr lang="en-ID" sz="1200" dirty="0"/>
          </a:p>
          <a:p>
            <a:pPr marL="171450" indent="-171450">
              <a:buFont typeface="Arial" panose="020B0604020202020204" pitchFamily="34" charset="0"/>
              <a:buChar char="•"/>
            </a:pPr>
            <a:endParaRPr lang="en-US" sz="1200" dirty="0"/>
          </a:p>
          <a:p>
            <a:pPr marL="171450" indent="-171450">
              <a:buFont typeface="Arial" panose="020B0604020202020204" pitchFamily="34" charset="0"/>
              <a:buChar char="•"/>
            </a:pPr>
            <a:endParaRPr lang="en-ID" sz="1200" dirty="0"/>
          </a:p>
        </p:txBody>
      </p:sp>
      <p:sp>
        <p:nvSpPr>
          <p:cNvPr id="15" name="TextBox 14">
            <a:extLst>
              <a:ext uri="{FF2B5EF4-FFF2-40B4-BE49-F238E27FC236}">
                <a16:creationId xmlns:a16="http://schemas.microsoft.com/office/drawing/2014/main" id="{99CFB27B-7572-42FC-A5A2-9ADDD6122079}"/>
              </a:ext>
            </a:extLst>
          </p:cNvPr>
          <p:cNvSpPr txBox="1"/>
          <p:nvPr/>
        </p:nvSpPr>
        <p:spPr>
          <a:xfrm>
            <a:off x="577052" y="1221261"/>
            <a:ext cx="4909347" cy="2246769"/>
          </a:xfrm>
          <a:prstGeom prst="rect">
            <a:avLst/>
          </a:prstGeom>
          <a:noFill/>
        </p:spPr>
        <p:txBody>
          <a:bodyPr wrap="square" rtlCol="0">
            <a:spAutoFit/>
          </a:bodyPr>
          <a:lstStyle/>
          <a:p>
            <a:pPr marL="285750" indent="-285750">
              <a:buFont typeface="Wingdings" panose="05000000000000000000" pitchFamily="2" charset="2"/>
              <a:buChar char="§"/>
            </a:pPr>
            <a:r>
              <a:rPr lang="en-ID" sz="1400" b="1" dirty="0"/>
              <a:t>Handbags is the category with the </a:t>
            </a:r>
            <a:r>
              <a:rPr lang="en-ID" sz="1400" b="1" dirty="0">
                <a:solidFill>
                  <a:schemeClr val="accent1"/>
                </a:solidFill>
              </a:rPr>
              <a:t>highest revenue of Rp2.988B </a:t>
            </a:r>
            <a:r>
              <a:rPr lang="en-ID" sz="1400" dirty="0"/>
              <a:t>of all categories, based on an </a:t>
            </a:r>
            <a:r>
              <a:rPr lang="en-ID" sz="1400" b="1" dirty="0">
                <a:solidFill>
                  <a:schemeClr val="accent2"/>
                </a:solidFill>
              </a:rPr>
              <a:t>AOV Index of 10</a:t>
            </a:r>
            <a:r>
              <a:rPr lang="en-ID" sz="1400" dirty="0"/>
              <a:t> and an </a:t>
            </a:r>
            <a:r>
              <a:rPr lang="en-ID" sz="1400" b="1" dirty="0">
                <a:solidFill>
                  <a:schemeClr val="accent1"/>
                </a:solidFill>
              </a:rPr>
              <a:t>Order Index of 2.7</a:t>
            </a:r>
            <a:r>
              <a:rPr lang="en-ID" sz="1400" dirty="0" err="1"/>
              <a:t>, meaning one of the factors driving </a:t>
            </a:r>
            <a:r>
              <a:rPr lang="en-ID" sz="1400" b="1" dirty="0"/>
              <a:t>the Handbags category is its average order value</a:t>
            </a:r>
            <a:r>
              <a:rPr lang="en-ID" sz="1400" dirty="0"/>
              <a:t>. </a:t>
            </a:r>
          </a:p>
          <a:p>
            <a:pPr marL="285750" indent="-285750">
              <a:buFont typeface="Wingdings" panose="05000000000000000000" pitchFamily="2" charset="2"/>
              <a:buChar char="§"/>
            </a:pPr>
            <a:endParaRPr lang="en-ID" sz="1400" dirty="0"/>
          </a:p>
          <a:p>
            <a:pPr marL="285750" indent="-285750">
              <a:buFont typeface="Wingdings" panose="05000000000000000000" pitchFamily="2" charset="2"/>
              <a:buChar char="§"/>
            </a:pPr>
            <a:r>
              <a:rPr lang="en-ID" sz="1400" b="1" dirty="0"/>
              <a:t>Small Leather Goods is the weakest category because it has </a:t>
            </a:r>
            <a:r>
              <a:rPr lang="en-ID" sz="1400" b="1" dirty="0">
                <a:solidFill>
                  <a:schemeClr val="accent1"/>
                </a:solidFill>
              </a:rPr>
              <a:t>revenue of Rp449M </a:t>
            </a:r>
            <a:r>
              <a:rPr lang="en-ID" sz="1400" dirty="0"/>
              <a:t>and</a:t>
            </a:r>
            <a:r>
              <a:rPr lang="en-ID" sz="1400" b="1" dirty="0"/>
              <a:t> </a:t>
            </a:r>
            <a:r>
              <a:rPr lang="en-ID" sz="1400" b="1" dirty="0">
                <a:solidFill>
                  <a:schemeClr val="accent1"/>
                </a:solidFill>
              </a:rPr>
              <a:t>an Order Index of 0 </a:t>
            </a:r>
            <a:r>
              <a:rPr lang="en-ID" sz="1400" dirty="0" err="1"/>
              <a:t>with </a:t>
            </a:r>
            <a:r>
              <a:rPr lang="en-ID" sz="1400" b="1" dirty="0">
                <a:solidFill>
                  <a:schemeClr val="accent2"/>
                </a:solidFill>
              </a:rPr>
              <a:t>an AOV Index of 0.37</a:t>
            </a:r>
            <a:r>
              <a:rPr lang="en-ID" sz="1400" dirty="0"/>
              <a:t>. Neither of the two factors, order volume and AOV, is enough to lift revenue</a:t>
            </a:r>
          </a:p>
        </p:txBody>
      </p:sp>
    </p:spTree>
    <p:custDataLst>
      <p:tags r:id="rId1"/>
    </p:custDataLst>
    <p:extLst>
      <p:ext uri="{BB962C8B-B14F-4D97-AF65-F5344CB8AC3E}">
        <p14:creationId xmlns:p14="http://schemas.microsoft.com/office/powerpoint/2010/main" val="3373692909"/>
      </p:ext>
    </p:extLst>
  </p:cSld>
  <p:clrMapOvr>
    <a:masterClrMapping/>
  </p:clrMapOvr>
  <mc:AlternateContent xmlns:mc="http://schemas.openxmlformats.org/markup-compatibility/2006">
    <mc:Choice xmlns:p14="http://schemas.microsoft.com/office/powerpoint/2010/main" Requires="p14">
      <p:transition spd="slow" p14:dur="2000">
        <p14:ferris dir="l"/>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2448517-CDBF-49FA-A8F7-9313540000A8}"/>
              </a:ext>
            </a:extLst>
          </p:cNvPr>
          <p:cNvSpPr txBox="1"/>
          <p:nvPr/>
        </p:nvSpPr>
        <p:spPr>
          <a:xfrm>
            <a:off x="594801" y="123688"/>
            <a:ext cx="10342486" cy="369332"/>
          </a:xfrm>
          <a:prstGeom prst="rect">
            <a:avLst/>
          </a:prstGeom>
          <a:noFill/>
        </p:spPr>
        <p:txBody>
          <a:bodyPr wrap="square" rtlCol="0">
            <a:spAutoFit/>
          </a:bodyPr>
          <a:lstStyle/>
          <a:p>
            <a:r>
              <a:rPr lang="en-US" sz="1800" b="1" dirty="0" err="1">
                <a:latin typeface="Arial" panose="020B0604020202020204" pitchFamily="34" charset="0"/>
              </a:rPr>
              <a:t>Bigger Discounts Are Not Always Followed by Higher </a:t>
            </a:r>
            <a:r>
              <a:rPr lang="en-US" b="1" dirty="0" err="1">
                <a:latin typeface="Arial" panose="020B0604020202020204" pitchFamily="34" charset="0"/>
              </a:rPr>
              <a:t>Revenue</a:t>
            </a:r>
            <a:endParaRPr lang="en-ID" sz="1800" b="1" dirty="0">
              <a:latin typeface="Arial" panose="020B0604020202020204" pitchFamily="34" charset="0"/>
            </a:endParaRPr>
          </a:p>
        </p:txBody>
      </p:sp>
      <p:grpSp>
        <p:nvGrpSpPr>
          <p:cNvPr id="12" name="Group 11">
            <a:extLst>
              <a:ext uri="{FF2B5EF4-FFF2-40B4-BE49-F238E27FC236}">
                <a16:creationId xmlns:a16="http://schemas.microsoft.com/office/drawing/2014/main" id="{144A0BDB-F4FD-4E93-98C6-1D5037BF6614}"/>
              </a:ext>
            </a:extLst>
          </p:cNvPr>
          <p:cNvGrpSpPr/>
          <p:nvPr/>
        </p:nvGrpSpPr>
        <p:grpSpPr>
          <a:xfrm>
            <a:off x="647277" y="870012"/>
            <a:ext cx="11121552" cy="3746376"/>
            <a:chOff x="647277" y="1229257"/>
            <a:chExt cx="11121552" cy="3018269"/>
          </a:xfrm>
        </p:grpSpPr>
        <p:graphicFrame>
          <p:nvGraphicFramePr>
            <p:cNvPr id="5" name="Chart 4">
              <a:extLst>
                <a:ext uri="{FF2B5EF4-FFF2-40B4-BE49-F238E27FC236}">
                  <a16:creationId xmlns:a16="http://schemas.microsoft.com/office/drawing/2014/main" id="{F89A978B-B8C0-4662-B045-A2C545789099}"/>
                </a:ext>
              </a:extLst>
            </p:cNvPr>
            <p:cNvGraphicFramePr>
              <a:graphicFrameLocks/>
            </p:cNvGraphicFramePr>
            <p:nvPr>
              <p:extLst>
                <p:ext uri="{D42A27DB-BD31-4B8C-83A1-F6EECF244321}">
                  <p14:modId xmlns:p14="http://schemas.microsoft.com/office/powerpoint/2010/main" val="47288515"/>
                </p:ext>
              </p:extLst>
            </p:nvPr>
          </p:nvGraphicFramePr>
          <p:xfrm>
            <a:off x="647277" y="1229257"/>
            <a:ext cx="5459073" cy="2426553"/>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6" name="Chart 5">
              <a:extLst>
                <a:ext uri="{FF2B5EF4-FFF2-40B4-BE49-F238E27FC236}">
                  <a16:creationId xmlns:a16="http://schemas.microsoft.com/office/drawing/2014/main" id="{36605A40-19BE-47A4-B585-C931FA5C9CD6}"/>
                </a:ext>
              </a:extLst>
            </p:cNvPr>
            <p:cNvGraphicFramePr>
              <a:graphicFrameLocks/>
            </p:cNvGraphicFramePr>
            <p:nvPr>
              <p:extLst>
                <p:ext uri="{D42A27DB-BD31-4B8C-83A1-F6EECF244321}">
                  <p14:modId xmlns:p14="http://schemas.microsoft.com/office/powerpoint/2010/main" val="1416028372"/>
                </p:ext>
              </p:extLst>
            </p:nvPr>
          </p:nvGraphicFramePr>
          <p:xfrm>
            <a:off x="6309757" y="1229258"/>
            <a:ext cx="5459072" cy="3018268"/>
          </p:xfrm>
          <a:graphic>
            <a:graphicData uri="http://schemas.openxmlformats.org/drawingml/2006/chart">
              <c:chart xmlns:c="http://schemas.openxmlformats.org/drawingml/2006/chart" xmlns:r="http://schemas.openxmlformats.org/officeDocument/2006/relationships" r:id="rId4"/>
            </a:graphicData>
          </a:graphic>
        </p:graphicFrame>
      </p:grpSp>
      <p:sp>
        <p:nvSpPr>
          <p:cNvPr id="8" name="TextBox 7">
            <a:extLst>
              <a:ext uri="{FF2B5EF4-FFF2-40B4-BE49-F238E27FC236}">
                <a16:creationId xmlns:a16="http://schemas.microsoft.com/office/drawing/2014/main" id="{492FFC0C-B2DF-4109-AFE2-3100FF900142}"/>
              </a:ext>
            </a:extLst>
          </p:cNvPr>
          <p:cNvSpPr txBox="1"/>
          <p:nvPr/>
        </p:nvSpPr>
        <p:spPr>
          <a:xfrm>
            <a:off x="612161" y="5072035"/>
            <a:ext cx="10272254" cy="738664"/>
          </a:xfrm>
          <a:prstGeom prst="rect">
            <a:avLst/>
          </a:prstGeom>
          <a:noFill/>
        </p:spPr>
        <p:txBody>
          <a:bodyPr wrap="square" rtlCol="0">
            <a:spAutoFit/>
          </a:bodyPr>
          <a:lstStyle/>
          <a:p>
            <a:r>
              <a:rPr lang="en-ID" sz="1400" b="1" dirty="0"/>
              <a:t>INSIGHT: discount rate alone is not enough to explain differences in Net Revenue</a:t>
            </a:r>
            <a:r>
              <a:rPr lang="en-ID" sz="1400" dirty="0"/>
              <a:t>. Therefore, discount strategy evaluation needs to consider other factors, such as order count, selling price, and category mix.</a:t>
            </a:r>
          </a:p>
          <a:p>
            <a:endParaRPr lang="en-ID" sz="1400" dirty="0"/>
          </a:p>
        </p:txBody>
      </p:sp>
    </p:spTree>
    <p:custDataLst>
      <p:tags r:id="rId1"/>
    </p:custDataLst>
    <p:extLst>
      <p:ext uri="{BB962C8B-B14F-4D97-AF65-F5344CB8AC3E}">
        <p14:creationId xmlns:p14="http://schemas.microsoft.com/office/powerpoint/2010/main" val="2923647537"/>
      </p:ext>
    </p:extLst>
  </p:cSld>
  <p:clrMapOvr>
    <a:masterClrMapping/>
  </p:clrMapOvr>
  <mc:AlternateContent xmlns:mc="http://schemas.openxmlformats.org/markup-compatibility/2006">
    <mc:Choice xmlns:p14="http://schemas.microsoft.com/office/powerpoint/2010/main" Requires="p14">
      <p:transition p14:dur="250">
        <p14:warp dir="in"/>
      </p:transition>
    </mc:Choice>
    <mc:Fallback>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A2E9154-50A5-4597-A95C-A94DEA5D9CCD}"/>
              </a:ext>
            </a:extLst>
          </p:cNvPr>
          <p:cNvSpPr txBox="1"/>
          <p:nvPr/>
        </p:nvSpPr>
        <p:spPr>
          <a:xfrm>
            <a:off x="226381" y="139099"/>
            <a:ext cx="11301274" cy="646331"/>
          </a:xfrm>
          <a:prstGeom prst="rect">
            <a:avLst/>
          </a:prstGeom>
          <a:noFill/>
        </p:spPr>
        <p:txBody>
          <a:bodyPr wrap="square" rtlCol="0">
            <a:spAutoFit/>
          </a:bodyPr>
          <a:lstStyle/>
          <a:p>
            <a:r>
              <a:rPr lang="en-US" sz="1800" b="1" dirty="0" err="1">
                <a:latin typeface="Arial" panose="020B0604020202020204" pitchFamily="34" charset="0"/>
              </a:rPr>
              <a:t>Business Growth Is Driven Entirely by New Customers</a:t>
            </a:r>
            <a:endParaRPr lang="en-US" sz="1800" b="1" dirty="0">
              <a:latin typeface="Arial" panose="020B0604020202020204" pitchFamily="34" charset="0"/>
            </a:endParaRPr>
          </a:p>
          <a:p>
            <a:r>
              <a:rPr lang="en-US" b="1" dirty="0" err="1">
                <a:latin typeface="Arial" panose="020B0604020202020204" pitchFamily="34" charset="0"/>
              </a:rPr>
              <a:t>while Growth from Existing Customers Keeps Weakening</a:t>
            </a:r>
            <a:endParaRPr lang="en-ID" sz="1800" b="1" dirty="0">
              <a:latin typeface="Arial" panose="020B0604020202020204" pitchFamily="34" charset="0"/>
            </a:endParaRPr>
          </a:p>
        </p:txBody>
      </p:sp>
      <p:grpSp>
        <p:nvGrpSpPr>
          <p:cNvPr id="24" name="Group 23">
            <a:extLst>
              <a:ext uri="{FF2B5EF4-FFF2-40B4-BE49-F238E27FC236}">
                <a16:creationId xmlns:a16="http://schemas.microsoft.com/office/drawing/2014/main" id="{1BF7906F-094C-4485-B3C9-13A88AC957BC}"/>
              </a:ext>
            </a:extLst>
          </p:cNvPr>
          <p:cNvGrpSpPr/>
          <p:nvPr/>
        </p:nvGrpSpPr>
        <p:grpSpPr>
          <a:xfrm>
            <a:off x="6096000" y="1230645"/>
            <a:ext cx="5470865" cy="5238844"/>
            <a:chOff x="6283464" y="630823"/>
            <a:chExt cx="5470865" cy="5864139"/>
          </a:xfrm>
        </p:grpSpPr>
        <p:graphicFrame>
          <p:nvGraphicFramePr>
            <p:cNvPr id="5" name="Chart 4">
              <a:extLst>
                <a:ext uri="{FF2B5EF4-FFF2-40B4-BE49-F238E27FC236}">
                  <a16:creationId xmlns:a16="http://schemas.microsoft.com/office/drawing/2014/main" id="{616BC951-3137-4B00-970E-3DE50E8AEE66}"/>
                </a:ext>
              </a:extLst>
            </p:cNvPr>
            <p:cNvGraphicFramePr>
              <a:graphicFrameLocks/>
            </p:cNvGraphicFramePr>
            <p:nvPr>
              <p:extLst>
                <p:ext uri="{D42A27DB-BD31-4B8C-83A1-F6EECF244321}">
                  <p14:modId xmlns:p14="http://schemas.microsoft.com/office/powerpoint/2010/main" val="1520889887"/>
                </p:ext>
              </p:extLst>
            </p:nvPr>
          </p:nvGraphicFramePr>
          <p:xfrm>
            <a:off x="6283464" y="630823"/>
            <a:ext cx="5470865" cy="2831833"/>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6" name="Chart 5">
              <a:extLst>
                <a:ext uri="{FF2B5EF4-FFF2-40B4-BE49-F238E27FC236}">
                  <a16:creationId xmlns:a16="http://schemas.microsoft.com/office/drawing/2014/main" id="{7B345ACA-A731-4E18-9969-DFC71069E552}"/>
                </a:ext>
              </a:extLst>
            </p:cNvPr>
            <p:cNvGraphicFramePr>
              <a:graphicFrameLocks/>
            </p:cNvGraphicFramePr>
            <p:nvPr>
              <p:extLst>
                <p:ext uri="{D42A27DB-BD31-4B8C-83A1-F6EECF244321}">
                  <p14:modId xmlns:p14="http://schemas.microsoft.com/office/powerpoint/2010/main" val="1673538528"/>
                </p:ext>
              </p:extLst>
            </p:nvPr>
          </p:nvGraphicFramePr>
          <p:xfrm>
            <a:off x="6283465" y="3769638"/>
            <a:ext cx="5464042" cy="2725324"/>
          </p:xfrm>
          <a:graphic>
            <a:graphicData uri="http://schemas.openxmlformats.org/drawingml/2006/chart">
              <c:chart xmlns:c="http://schemas.openxmlformats.org/drawingml/2006/chart" xmlns:r="http://schemas.openxmlformats.org/officeDocument/2006/relationships" r:id="rId3"/>
            </a:graphicData>
          </a:graphic>
        </p:graphicFrame>
      </p:grpSp>
      <p:sp>
        <p:nvSpPr>
          <p:cNvPr id="12" name="TextBox 11">
            <a:extLst>
              <a:ext uri="{FF2B5EF4-FFF2-40B4-BE49-F238E27FC236}">
                <a16:creationId xmlns:a16="http://schemas.microsoft.com/office/drawing/2014/main" id="{6EC1A76C-3F8D-486A-A4BA-7DC869FCFDF8}"/>
              </a:ext>
            </a:extLst>
          </p:cNvPr>
          <p:cNvSpPr txBox="1"/>
          <p:nvPr/>
        </p:nvSpPr>
        <p:spPr>
          <a:xfrm>
            <a:off x="579863" y="4584293"/>
            <a:ext cx="5271118" cy="1200329"/>
          </a:xfrm>
          <a:prstGeom prst="rect">
            <a:avLst/>
          </a:prstGeom>
          <a:noFill/>
        </p:spPr>
        <p:txBody>
          <a:bodyPr wrap="square" rtlCol="0">
            <a:spAutoFit/>
          </a:bodyPr>
          <a:lstStyle/>
          <a:p>
            <a:r>
              <a:rPr lang="en-ID" sz="1200" b="1" dirty="0"/>
              <a:t>RECOMMENDATION: The business is advised to optimize its repeat purchase strategy for New Customers </a:t>
            </a:r>
            <a:r>
              <a:rPr lang="en-ID" sz="1200" dirty="0" err="1"/>
              <a:t>to sustain revenue growth, and to evaluate the causes of the decline in Existing Customers' contribution through analysis of active customer count, AOV, and order frequency. Retention and reactivation strategies can then focus on the factors that contribute most to the decline.</a:t>
            </a:r>
          </a:p>
        </p:txBody>
      </p:sp>
      <p:grpSp>
        <p:nvGrpSpPr>
          <p:cNvPr id="23" name="Group 22">
            <a:extLst>
              <a:ext uri="{FF2B5EF4-FFF2-40B4-BE49-F238E27FC236}">
                <a16:creationId xmlns:a16="http://schemas.microsoft.com/office/drawing/2014/main" id="{87A66224-14E0-4027-857B-B12AFB80C61E}"/>
              </a:ext>
            </a:extLst>
          </p:cNvPr>
          <p:cNvGrpSpPr/>
          <p:nvPr/>
        </p:nvGrpSpPr>
        <p:grpSpPr>
          <a:xfrm>
            <a:off x="298737" y="1230645"/>
            <a:ext cx="5552244" cy="2281653"/>
            <a:chOff x="290854" y="1092632"/>
            <a:chExt cx="5552244" cy="2281653"/>
          </a:xfrm>
        </p:grpSpPr>
        <p:sp>
          <p:nvSpPr>
            <p:cNvPr id="8" name="TextBox 7">
              <a:extLst>
                <a:ext uri="{FF2B5EF4-FFF2-40B4-BE49-F238E27FC236}">
                  <a16:creationId xmlns:a16="http://schemas.microsoft.com/office/drawing/2014/main" id="{B6E10FE4-2BE4-48A6-AEE1-63CC8F616989}"/>
                </a:ext>
              </a:extLst>
            </p:cNvPr>
            <p:cNvSpPr txBox="1"/>
            <p:nvPr/>
          </p:nvSpPr>
          <p:spPr>
            <a:xfrm>
              <a:off x="290854" y="1092632"/>
              <a:ext cx="5552244" cy="954107"/>
            </a:xfrm>
            <a:prstGeom prst="rect">
              <a:avLst/>
            </a:prstGeom>
            <a:noFill/>
          </p:spPr>
          <p:txBody>
            <a:bodyPr wrap="square" rtlCol="0">
              <a:spAutoFit/>
            </a:bodyPr>
            <a:lstStyle/>
            <a:p>
              <a:pPr marL="285750" indent="-285750">
                <a:buClr>
                  <a:schemeClr val="accent1"/>
                </a:buClr>
                <a:buSzPct val="200000"/>
                <a:buFont typeface="Wingdings" panose="05000000000000000000" pitchFamily="2" charset="2"/>
                <a:buChar char="§"/>
              </a:pPr>
              <a:r>
                <a:rPr lang="en-ID" sz="1400" b="1" dirty="0"/>
                <a:t>New Customers show an upward trend in Net Revenue and order frequency</a:t>
              </a:r>
              <a:r>
                <a:rPr lang="en-ID" sz="1400" dirty="0"/>
                <a:t>, especially in April–June. Net Revenue reached Rp826.29 million in June, while order frequency rose to 1.6278.</a:t>
              </a:r>
            </a:p>
          </p:txBody>
        </p:sp>
        <p:sp>
          <p:nvSpPr>
            <p:cNvPr id="22" name="TextBox 21">
              <a:extLst>
                <a:ext uri="{FF2B5EF4-FFF2-40B4-BE49-F238E27FC236}">
                  <a16:creationId xmlns:a16="http://schemas.microsoft.com/office/drawing/2014/main" id="{0BFD382A-B265-469F-A3CF-FCA2E70E3322}"/>
                </a:ext>
              </a:extLst>
            </p:cNvPr>
            <p:cNvSpPr txBox="1"/>
            <p:nvPr/>
          </p:nvSpPr>
          <p:spPr>
            <a:xfrm>
              <a:off x="290854" y="2420178"/>
              <a:ext cx="5552244" cy="954107"/>
            </a:xfrm>
            <a:prstGeom prst="rect">
              <a:avLst/>
            </a:prstGeom>
            <a:noFill/>
          </p:spPr>
          <p:txBody>
            <a:bodyPr wrap="square" rtlCol="0">
              <a:spAutoFit/>
            </a:bodyPr>
            <a:lstStyle/>
            <a:p>
              <a:pPr marL="285750" indent="-285750">
                <a:buClr>
                  <a:schemeClr val="accent5">
                    <a:lumMod val="60000"/>
                    <a:lumOff val="40000"/>
                  </a:schemeClr>
                </a:buClr>
                <a:buSzPct val="200000"/>
                <a:buFont typeface="Wingdings" panose="05000000000000000000" pitchFamily="2" charset="2"/>
                <a:buChar char="§"/>
              </a:pPr>
              <a:r>
                <a:rPr lang="en-ID" sz="1400" b="1" dirty="0"/>
                <a:t>Existing Customers show a downward trend in Net Revenue and order frequency</a:t>
              </a:r>
              <a:r>
                <a:rPr lang="en-ID" sz="1400" dirty="0"/>
                <a:t>. This indicates that revenue growth is increasingly driven by new customers, while the contribution of existing customers tends to weaken.</a:t>
              </a:r>
            </a:p>
          </p:txBody>
        </p:sp>
      </p:grpSp>
    </p:spTree>
    <p:extLst>
      <p:ext uri="{BB962C8B-B14F-4D97-AF65-F5344CB8AC3E}">
        <p14:creationId xmlns:p14="http://schemas.microsoft.com/office/powerpoint/2010/main" val="4072124773"/>
      </p:ext>
    </p:extLst>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18D18EA-6202-4FEF-BFF8-CE977E0F561F}"/>
              </a:ext>
            </a:extLst>
          </p:cNvPr>
          <p:cNvSpPr txBox="1"/>
          <p:nvPr/>
        </p:nvSpPr>
        <p:spPr>
          <a:xfrm>
            <a:off x="489751" y="0"/>
            <a:ext cx="11301274" cy="523220"/>
          </a:xfrm>
          <a:prstGeom prst="rect">
            <a:avLst/>
          </a:prstGeom>
          <a:noFill/>
        </p:spPr>
        <p:txBody>
          <a:bodyPr wrap="square" rtlCol="0">
            <a:spAutoFit/>
          </a:bodyPr>
          <a:lstStyle/>
          <a:p>
            <a:r>
              <a:rPr lang="en-US" sz="2800" b="1" dirty="0" err="1"/>
              <a:t>Products with the Highest and Lowest Revenue</a:t>
            </a:r>
            <a:endParaRPr lang="en-ID" sz="2800" b="1" dirty="0"/>
          </a:p>
        </p:txBody>
      </p:sp>
      <p:graphicFrame>
        <p:nvGraphicFramePr>
          <p:cNvPr id="7" name="Chart 6">
            <a:extLst>
              <a:ext uri="{FF2B5EF4-FFF2-40B4-BE49-F238E27FC236}">
                <a16:creationId xmlns:a16="http://schemas.microsoft.com/office/drawing/2014/main" id="{96DBD454-E7E6-457F-B3F6-745A9E136672}"/>
              </a:ext>
            </a:extLst>
          </p:cNvPr>
          <p:cNvGraphicFramePr>
            <a:graphicFrameLocks/>
          </p:cNvGraphicFramePr>
          <p:nvPr>
            <p:extLst>
              <p:ext uri="{D42A27DB-BD31-4B8C-83A1-F6EECF244321}">
                <p14:modId xmlns:p14="http://schemas.microsoft.com/office/powerpoint/2010/main" val="4126978615"/>
              </p:ext>
            </p:extLst>
          </p:nvPr>
        </p:nvGraphicFramePr>
        <p:xfrm>
          <a:off x="906311" y="701336"/>
          <a:ext cx="4756951" cy="5037708"/>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8" name="Chart 7">
            <a:extLst>
              <a:ext uri="{FF2B5EF4-FFF2-40B4-BE49-F238E27FC236}">
                <a16:creationId xmlns:a16="http://schemas.microsoft.com/office/drawing/2014/main" id="{35516B2A-7EBB-4A1D-9C9A-B855A8FABD16}"/>
              </a:ext>
            </a:extLst>
          </p:cNvPr>
          <p:cNvGraphicFramePr>
            <a:graphicFrameLocks/>
          </p:cNvGraphicFramePr>
          <p:nvPr>
            <p:extLst>
              <p:ext uri="{D42A27DB-BD31-4B8C-83A1-F6EECF244321}">
                <p14:modId xmlns:p14="http://schemas.microsoft.com/office/powerpoint/2010/main" val="2097335406"/>
              </p:ext>
            </p:extLst>
          </p:nvPr>
        </p:nvGraphicFramePr>
        <p:xfrm>
          <a:off x="5663262" y="701336"/>
          <a:ext cx="5314156" cy="5037708"/>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Box 8">
            <a:extLst>
              <a:ext uri="{FF2B5EF4-FFF2-40B4-BE49-F238E27FC236}">
                <a16:creationId xmlns:a16="http://schemas.microsoft.com/office/drawing/2014/main" id="{1F903771-454B-48BC-A6C7-F0897EC1929F}"/>
              </a:ext>
            </a:extLst>
          </p:cNvPr>
          <p:cNvSpPr txBox="1"/>
          <p:nvPr/>
        </p:nvSpPr>
        <p:spPr>
          <a:xfrm>
            <a:off x="489751" y="5820324"/>
            <a:ext cx="9987280" cy="523220"/>
          </a:xfrm>
          <a:prstGeom prst="rect">
            <a:avLst/>
          </a:prstGeom>
          <a:noFill/>
        </p:spPr>
        <p:txBody>
          <a:bodyPr wrap="square" rtlCol="0">
            <a:spAutoFit/>
          </a:bodyPr>
          <a:lstStyle/>
          <a:p>
            <a:r>
              <a:rPr lang="en-US" sz="1400" b="1" dirty="0"/>
              <a:t>Insight: </a:t>
            </a:r>
            <a:r>
              <a:rPr lang="en-ID" sz="1400" dirty="0" err="1"/>
              <a:t>The highest-revenue products are dominated by the Handbags category, while the lowest-revenue products mostly come from Ready-To-Wear and Accessories</a:t>
            </a:r>
            <a:endParaRPr lang="en-ID" sz="1400" b="1" dirty="0"/>
          </a:p>
        </p:txBody>
      </p:sp>
    </p:spTree>
    <p:extLst>
      <p:ext uri="{BB962C8B-B14F-4D97-AF65-F5344CB8AC3E}">
        <p14:creationId xmlns:p14="http://schemas.microsoft.com/office/powerpoint/2010/main" val="1245406935"/>
      </p:ext>
    </p:extLst>
  </p:cSld>
  <p:clrMapOvr>
    <a:masterClrMapping/>
  </p:clrMapOvr>
  <p:transition spd="slow">
    <p:wipe/>
  </p:transition>
</p:sld>
</file>

<file path=ppt/tags/tag1.xml><?xml version="1.0" encoding="utf-8"?>
<p:tagLst xmlns:a="http://schemas.openxmlformats.org/drawingml/2006/main" xmlns:r="http://schemas.openxmlformats.org/officeDocument/2006/relationships" xmlns:p="http://schemas.openxmlformats.org/presentationml/2006/main">
  <p:tag name="SLIDEMETADATAKEY" val="{&quot;IsGroupedWithPreviues&quot;:false}"/>
  <p:tag name="SLIDEREPEATERSKEY" val="null"/>
</p:tagLst>
</file>

<file path=ppt/tags/tag2.xml><?xml version="1.0" encoding="utf-8"?>
<p:tagLst xmlns:a="http://schemas.openxmlformats.org/drawingml/2006/main" xmlns:r="http://schemas.openxmlformats.org/officeDocument/2006/relationships" xmlns:p="http://schemas.openxmlformats.org/presentationml/2006/main">
  <p:tag name="SLIDEMETADATAKEY" val="{&quot;IsGroupedWithPreviues&quot;:false}"/>
  <p:tag name="SLIDEREPEATERSKEY" val="null"/>
</p:tagLst>
</file>

<file path=ppt/tags/tag3.xml><?xml version="1.0" encoding="utf-8"?>
<p:tagLst xmlns:a="http://schemas.openxmlformats.org/drawingml/2006/main" xmlns:r="http://schemas.openxmlformats.org/officeDocument/2006/relationships" xmlns:p="http://schemas.openxmlformats.org/presentationml/2006/main">
  <p:tag name="SLIDEMETADATAKEY" val="{&quot;IsGroupedWithPreviues&quot;:false}"/>
  <p:tag name="SLIDEREPEATERSKEY" val="null"/>
</p:tagLst>
</file>

<file path=ppt/tags/tag4.xml><?xml version="1.0" encoding="utf-8"?>
<p:tagLst xmlns:a="http://schemas.openxmlformats.org/drawingml/2006/main" xmlns:r="http://schemas.openxmlformats.org/officeDocument/2006/relationships" xmlns:p="http://schemas.openxmlformats.org/presentationml/2006/main">
  <p:tag name="SLIDEMETADATAKEY" val="{&quot;IsGroupedWithPreviues&quot;:false}"/>
  <p:tag name="SLIDEREPEATERSKEY" val="null"/>
</p:tagLst>
</file>

<file path=ppt/tags/tag5.xml><?xml version="1.0" encoding="utf-8"?>
<p:tagLst xmlns:a="http://schemas.openxmlformats.org/drawingml/2006/main" xmlns:r="http://schemas.openxmlformats.org/officeDocument/2006/relationships" xmlns:p="http://schemas.openxmlformats.org/presentationml/2006/main">
  <p:tag name="SLIDEMETADATAKEY" val="{&quot;IsGroupedWithPreviues&quot;:false}"/>
  <p:tag name="SLIDEREPEATERSKEY" val="null"/>
</p:tagLst>
</file>

<file path=ppt/tags/tag6.xml><?xml version="1.0" encoding="utf-8"?>
<p:tagLst xmlns:a="http://schemas.openxmlformats.org/drawingml/2006/main" xmlns:r="http://schemas.openxmlformats.org/officeDocument/2006/relationships" xmlns:p="http://schemas.openxmlformats.org/presentationml/2006/main">
  <p:tag name="SLIDEMETADATAKEY" val="{&quot;IsGroupedWithPreviues&quot;:false}"/>
  <p:tag name="SLIDEREPEATERSKEY" val="null"/>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PresentationCustomerData xmlns:xsd="http://www.w3.org/2001/XMLSchema" xmlns:xsi="http://www.w3.org/2001/XMLSchema-instance">
  <IsTemplate>false</IsTemplate>
  <DatasetID xsi:nil="true"/>
  <NeedChangeDatasource>false</NeedChangeDatasource>
  <CustomerDataVersion>Version: 26.5.113</CustomerDataVersion>
</PresentationCustomerData>
</file>

<file path=customXml/itemProps1.xml><?xml version="1.0" encoding="utf-8"?>
<ds:datastoreItem xmlns:ds="http://schemas.openxmlformats.org/officeDocument/2006/customXml" ds:itemID="{C70BA68E-C9C0-4C59-BE30-AA835E55DA7C}">
  <ds:schemaRefs>
    <ds:schemaRef ds:uri="http://www.w3.org/2001/XMLSchema"/>
  </ds:schemaRefs>
</ds:datastoreItem>
</file>

<file path=docProps/app.xml><?xml version="1.0" encoding="utf-8"?>
<Properties xmlns="http://schemas.openxmlformats.org/officeDocument/2006/extended-properties" xmlns:vt="http://schemas.openxmlformats.org/officeDocument/2006/docPropsVTypes">
  <TotalTime>997</TotalTime>
  <Words>812</Words>
  <Application>Microsoft Office PowerPoint</Application>
  <PresentationFormat>Widescreen</PresentationFormat>
  <Paragraphs>66</Paragraphs>
  <Slides>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Aharoni</vt:lpstr>
      <vt:lpstr>Arial</vt:lpstr>
      <vt:lpstr>Calibri</vt:lpstr>
      <vt:lpstr>Calibri Light</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Randi Ramadhan</dc:creator>
  <cp:lastModifiedBy>Randi Ramadhan</cp:lastModifiedBy>
  <cp:revision>5</cp:revision>
  <dcterms:created xsi:type="dcterms:W3CDTF">2026-10-19T00:55:04Z</dcterms:created>
  <dcterms:modified xsi:type="dcterms:W3CDTF">2026-10-24T05:31:07Z</dcterms:modified>
</cp:coreProperties>
</file>